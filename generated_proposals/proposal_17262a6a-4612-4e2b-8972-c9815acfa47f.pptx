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Strategic Growth &amp; Transformation Proposal</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&amp; Transformation Proposal</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Client Logo (placeholder)</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Client Team,</a:t>
            </a:r>
            <a:br/>
            <a:r>
              <a:t>Pnyx Hill is delighted to present this strategic proposal, outlining our tailored approach to propel your organization towards its next phase of growth and market leadership. We deeply appreciate the opportunity to collaborate and are excited by the potential for significant value creation.</a:t>
            </a:r>
            <a:br/>
            <a:r>
              <a:t>Our team has thoroughly assessed the strategic landscape and is confident that our recommendations align precisely with your vision for innovation, operational excellence, and sustainable expansion. We are committed to fostering a partnership built on trust, transparency, and a shared ambition for transformative impact.</a:t>
            </a:r>
            <a:br/>
            <a:r>
              <a:t>This document articulates our understanding of your unique context, the strategic imperatives at hand, and a robust framework designed to deliver tangible, measurable outcomes. We look forward to discussing this proposal further and embarking on this exciting journey together, reinforcing Pnyx Hill’s role as your indispensable strategic advisor.</a:t>
            </a:r>
            <a:br/>
            <a:r>
              <a:t>Sincerely,</a:t>
            </a:r>
            <a:br/>
            <a:r>
              <a:t>The Pnyx Hill Leadership</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**Growth Ambition**</a:t>
            </a:r>
            <a:br/>
            <a:r>
              <a:t>This proposal outlines a strategic partnership with Pnyx Hill to unlock significant growth opportunities and drive sustainable competitive advantage. Our integrated approach focuses on navigating evolving market dynamics and capitalizing on emerging trends to achieve ambitious corporate objectives.</a:t>
            </a:r>
            <a:br/>
            <a:br/>
            <a:r>
              <a:t>**Our Value Proposition**</a:t>
            </a:r>
            <a:br/>
            <a:r>
              <a:t>•  **Strategic Clarity:** Defining a clear, actionable roadmap aligned with long-term vision.</a:t>
            </a:r>
            <a:br/>
            <a:r>
              <a:t>•  **Operational Excellence:** Optimizing processes and capabilities for enhanced efficiency and effectiveness.</a:t>
            </a:r>
            <a:br/>
            <a:r>
              <a:t>•  **Market Leadership:** Identifying and leveraging distinct competitive differentiators.</a:t>
            </a:r>
            <a:br/>
            <a:r>
              <a:t>•  **Sustainable Impact:** Embedding capabilities for continuous innovation and value creation.</a:t>
            </a:r>
            <a:br/>
            <a:br/>
            <a:r>
              <a:t>**Key Project Highlights**</a:t>
            </a:r>
            <a:br/>
            <a:r>
              <a:t>•  Market Opportunity Assessment &amp; Prioritization</a:t>
            </a:r>
            <a:br/>
            <a:r>
              <a:t>•  Target Operating Model Design &amp; Implementation</a:t>
            </a:r>
            <a:br/>
            <a:r>
              <a:t>•  Digital Transformation Strategy</a:t>
            </a:r>
            <a:br/>
            <a:r>
              <a:t>•  Organizational Agility &amp; Change Management</a:t>
            </a:r>
            <a:br/>
            <a:r>
              <a:t>•  Performance Management &amp; KPI Framework Development</a:t>
            </a:r>
            <a:br/>
            <a:r>
              <a:t>•  Post-Merger Integration Support</a:t>
            </a:r>
            <a:br/>
            <a:r>
              <a:t>•  Innovation Pipeline Development</a:t>
            </a:r>
            <a:br/>
            <a:r>
              <a:t>•  Data Analytics &amp; Insight Generation</a:t>
            </a:r>
            <a:br/>
            <a:br/>
            <a:r>
              <a:t>**Strategic Outlook**</a:t>
            </a:r>
            <a:br/>
            <a:r>
              <a:t>Pnyx Hill is poised to be your partner in translating strategic intent into measurable business results, ensuring sustained growth and market resilience.</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The current market landscape is characterized by rapid technological disruption, shifting consumer expectations, and increasing competitive intensity. Clients are operating within an environment demanding greater agility, data-driven decision-making, and a relentless focus on customer-centricity. Many organizations face challenges in fully leveraging their existing data assets, optimizing complex value chains, and effectively responding to new market entrants. There is an unmet need for integrated strategies that connect top-line growth aspirations with bottom-line operational efficiencies and future-proof organizational capabilities.</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  **Market Fragmentation:** Difficulty in identifying and prioritizing high-potential growth segments amidst increasing market noise.</a:t>
            </a:r>
            <a:br/>
            <a:r>
              <a:t>•  **Digitalization Gap:** Lagging adoption of advanced digital technologies to enhance customer experience and operational efficiency.</a:t>
            </a:r>
            <a:br/>
            <a:r>
              <a:t>•  **Talent &amp; Capability Strain:** Shortages in critical skills and a need to develop a future-ready workforce.</a:t>
            </a:r>
            <a:br/>
            <a:r>
              <a:t>•  **Legacy System Inertia:** Entrenched organizational structures and outdated technologies hindering agility and innovation.</a:t>
            </a:r>
            <a:br/>
            <a:r>
              <a:t>•  **Competitive Pressure:** Intense rivalry from both traditional incumbents and disruptive startups.</a:t>
            </a:r>
            <a:br/>
            <a:r>
              <a:t>•  **Value Chain Inefficiencies:** Suboptimal processes leading to higher costs and slower time-to-market.</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  Achieve significant market share expansion within identified growth vectors.</a:t>
            </a:r>
            <a:br/>
            <a:r>
              <a:t>•  Enhance operational efficiency, driving a measurable reduction in core costs.</a:t>
            </a:r>
            <a:br/>
            <a:r>
              <a:t>•  Cultivate a culture of innovation and digital fluency across the organization.</a:t>
            </a:r>
            <a:br/>
            <a:r>
              <a:t>•  Strengthen customer loyalty and elevate brand perception through superior experiences.</a:t>
            </a:r>
            <a:br/>
            <a:r>
              <a:t>•  Establish robust capabilities for continuous strategic planning and execution.</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Discover &amp; Define</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Design &amp; Develop</a:t>
            </a:r>
            <a:endParaRPr dirty="0"/>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Implement &amp; Sustain</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proposed approach is structured as a phased, insight-led engagement designed to deliver tangible outcomes and build internal capabilities. We will leverage Pnyx Hill's proprietary frameworks and deep industry expertise to ensure a pragmatic and impactful transformation journey.</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r>
              <a:t>•  Conduct comprehensive market and competitive analysis.</a:t>
            </a:r>
            <a:br/>
            <a:r>
              <a:t>•  Assess current state capabilities and strategic alignment.</a:t>
            </a:r>
            <a:br/>
            <a:r>
              <a:t>•  Define vision, strategic imperatives, and key performance indicators.</a:t>
            </a:r>
            <a:br/>
            <a:r>
              <a:t>•  Engage key stakeholders through interviews and workshops.</a:t>
            </a:r>
            <a:endParaRPr lang="en-AE" sz="1200" i="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r>
              <a:t>•  Develop target operating model and process blueprints.</a:t>
            </a:r>
            <a:br/>
            <a:r>
              <a:t>•  Design new organizational structures and governance frameworks.</a:t>
            </a:r>
            <a:br/>
            <a:r>
              <a:t>•  Formulate detailed implementation plans and resource requirements.</a:t>
            </a:r>
            <a:br/>
            <a:r>
              <a:t>•  Pilot critical initiatives and gather feedback for refinement.</a:t>
            </a:r>
            <a:endParaRPr lang="en-AE" sz="1200" i="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r>
              <a:t>•  Support rollout of strategic initiatives and new capabilities.</a:t>
            </a:r>
            <a:br/>
            <a:r>
              <a:t>•  Establish performance monitoring and feedback mechanisms.</a:t>
            </a:r>
            <a:br/>
            <a:r>
              <a:t>•  Conduct change management and capability-building programs.</a:t>
            </a:r>
            <a:br/>
            <a:r>
              <a:t>•  Transition knowledge and ensure long-term sustainability of results.</a:t>
            </a:r>
            <a:endParaRPr lang="en-AE" sz="1200" i="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  **Growth Strategy Development:** Identifying new market opportunities, defining strategic priorities, and developing actionable growth roadmaps.</a:t>
            </a:r>
            <a:br/>
            <a:r>
              <a:t>•  **Market Entry &amp; Expansion:** Analyzing new geographies or segments, evaluating competitive landscapes, and formulating entry strategies.</a:t>
            </a:r>
            <a:br/>
            <a:r>
              <a:t>•  **Portfolio Optimization:** Assessing existing business units or product lines for strategic fit, profitability, and resource allocation.</a:t>
            </a:r>
            <a:br/>
            <a:r>
              <a:t>•  **M&amp;A Advisory:** Supporting target identification, strategic rationale development, and commercial due diligence.</a:t>
            </a: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**Operating Model Design:** Reimagining organizational structures, processes, and governance to enhance efficiency and agility.</a:t>
            </a:r>
            <a:br/>
            <a:r>
              <a:t>•  **Digital Transformation Roadmapping:** Developing strategies for technology adoption, automation, and data utilization to drive business value.</a:t>
            </a:r>
            <a:br/>
            <a:r>
              <a:t>•  **Process Optimization:** Streamlining core business processes to reduce costs, improve speed, and enhance quality.</a:t>
            </a:r>
            <a:br/>
            <a:r>
              <a:t>•  **Performance Management Frameworks:** Designing and implementing robust KPI systems to track progress and ensure accountability.</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**Strategic Implementation Office (SIO):** Providing dedicated support for program management, execution tracking, and risk mitigation.</a:t>
            </a:r>
            <a:br/>
            <a:r>
              <a:t>•  **Capability Building &amp; Training:** Delivering bespoke workshops and coaching to upskill internal teams in strategic execution.</a:t>
            </a:r>
            <a:br/>
            <a:r>
              <a:t>•  **Ad-hoc Advisory:** Offering expert guidance on emerging challenges and opportunities as they arise post-engagement.</a:t>
            </a:r>
            <a:br/>
            <a:r>
              <a:t>•  **Performance Review &amp; Optimization:** Conducting periodic reviews to ensure sustained performance and identify areas for continuous improvement.</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Strategic Roadmap &amp; Market Insights</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Operating Model &amp; Organizational Design</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r>
              <a:t>•  Comprehensive market opportunity assessment report.</a:t>
            </a:r>
            <a:br/>
            <a:r>
              <a:t>•  Detailed competitive landscape analysis.</a:t>
            </a:r>
            <a:br/>
            <a:r>
              <a:t>•  Prioritized strategic growth initiatives with projected impact.</a:t>
            </a:r>
            <a:br/>
            <a:r>
              <a:t>•  Three-year strategic roadmap document.</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r>
              <a:t>•  Future-state operating model blueprint.</a:t>
            </a:r>
            <a:br/>
            <a:r>
              <a:t>•  Recommendations for organizational structure and roles.</a:t>
            </a:r>
            <a:br/>
            <a:r>
              <a:t>•  Key process redesign documentation.</a:t>
            </a:r>
            <a:br/>
            <a:r>
              <a:t>•  Revised governance framework for decision-making.</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Performance &amp; Change Management</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Digital &amp; Technology Transformation Plan</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r>
              <a:t>•  Detailed digital strategy and technology roadmap.</a:t>
            </a:r>
            <a:br/>
            <a:r>
              <a:t>•  Recommendations for platform and solution architecture.</a:t>
            </a:r>
            <a:br/>
            <a:r>
              <a:t>•  Implementation plan for key digital initiatives.</a:t>
            </a:r>
            <a:br/>
            <a:r>
              <a:t>•  Framework for data governance and analytics capabilities.</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r>
              <a:t>•  Customized KPI dashboard and reporting framework.</a:t>
            </a:r>
            <a:br/>
            <a:r>
              <a:t>•  Change management strategy and communication plan.</a:t>
            </a:r>
            <a:br/>
            <a:r>
              <a:t>•  Capability building program curriculum.</a:t>
            </a:r>
            <a:br/>
            <a:r>
              <a:t>•  Post-implementation review and optimization recommendations.</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