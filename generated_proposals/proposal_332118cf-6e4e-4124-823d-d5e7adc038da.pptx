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5"/>
    <p:restoredTop sz="94596"/>
  </p:normalViewPr>
  <p:slideViewPr>
    <p:cSldViewPr snapToGrid="0">
      <p:cViewPr varScale="1">
        <p:scale>
          <a:sx n="78" d="100"/>
          <a:sy n="78" d="100"/>
        </p:scale>
        <p:origin x="129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10/11/2025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11/10/2025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11/10/2025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11/10/2025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11/10/2025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11/10/2025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11/10/2025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Slide slide_1 - 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Content for DATE</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Slide slide_1 - COVER_TITLE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Content for CLIENT LOGO</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Content for COVER_LETTER</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Content for EXECUTIVE_SUMMARY</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Content for CURRENT SITUATION OF CLIENT</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Content for KEY CHALLENGES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Content for OUTCOMES REQUIRED</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Content for Phase 1: Name</a:t>
            </a:r>
            <a:endParaRPr lang="en-GB" dirty="0"/>
          </a:p>
        </p:txBody>
      </p:sp>
      <p:sp>
        <p:nvSpPr>
          <p:cNvPr id="10" name="TextBox 9">
            <a:extLst>
              <a:ext uri="{FF2B5EF4-FFF2-40B4-BE49-F238E27FC236}">
                <a16:creationId xmlns:a16="http://schemas.microsoft.com/office/drawing/2014/main" id="{FEF43109-D1B4-7C50-7776-0FFB5C5664F9}"/>
              </a:ext>
            </a:extLst>
          </p:cNvPr>
          <p:cNvSpPr txBox="1"/>
          <p:nvPr/>
        </p:nvSpPr>
        <p:spPr>
          <a:xfrm>
            <a:off x="839781" y="949444"/>
            <a:ext cx="7350487" cy="646331"/>
          </a:xfrm>
          <a:prstGeom prst="rect">
            <a:avLst/>
          </a:prstGeom>
          <a:noFill/>
        </p:spPr>
        <p:txBody>
          <a:bodyPr wrap="square" rtlCol="0">
            <a:spAutoFit/>
          </a:bodyPr>
          <a:lstStyle/>
          <a:p>
            <a:r>
              <a:t>Content for  Here add a short 2–3-line summary of our recommended phased solution and how it addresses client needs</a:t>
            </a:r>
            <a:endParaRPr lang="en-AE" sz="1200"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39784" y="2756996"/>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2:  Name</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39781" y="3951129"/>
            <a:ext cx="7243011" cy="3165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3: Name</a:t>
            </a:r>
            <a:endParaRPr dirty="0"/>
          </a:p>
        </p:txBody>
      </p:sp>
      <p:sp>
        <p:nvSpPr>
          <p:cNvPr id="17" name="TextBox 16">
            <a:extLst>
              <a:ext uri="{FF2B5EF4-FFF2-40B4-BE49-F238E27FC236}">
                <a16:creationId xmlns:a16="http://schemas.microsoft.com/office/drawing/2014/main" id="{5F3959F4-1E64-2DBA-2783-E5ABDE1E2D02}"/>
              </a:ext>
            </a:extLst>
          </p:cNvPr>
          <p:cNvSpPr txBox="1"/>
          <p:nvPr/>
        </p:nvSpPr>
        <p:spPr>
          <a:xfrm>
            <a:off x="839782" y="3376140"/>
            <a:ext cx="7350487" cy="646331"/>
          </a:xfrm>
          <a:prstGeom prst="rect">
            <a:avLst/>
          </a:prstGeom>
          <a:noFill/>
        </p:spPr>
        <p:txBody>
          <a:bodyPr wrap="square" rtlCol="0">
            <a:spAutoFit/>
          </a:bodyPr>
          <a:lstStyle/>
          <a:p>
            <a:endParaRPr lang="en-AE" sz="1200" dirty="0"/>
          </a:p>
          <a:p>
            <a:br>
              <a:rPr sz="1200" dirty="0"/>
            </a:br>
            <a:endParaRPr sz="1200"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provide 3–4 bullet points that describe the key services being offered under 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provide 3–4 bullet points that describe the key services being offered under structuring &amp; enablers</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provide 2-3 bullet points that describe the key services being offered under ongoing support</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Content for TYPE OF SERVICE DELIVERABLES</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TYPE OF SERVICE DELIVERABLES</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1569660"/>
          </a:xfrm>
          <a:prstGeom prst="rect">
            <a:avLst/>
          </a:prstGeom>
          <a:noFill/>
        </p:spPr>
        <p:txBody>
          <a:bodyPr wrap="square">
            <a:spAutoFit/>
          </a:bodyPr>
          <a:lstStyle/>
          <a:p>
            <a:r>
              <a:t>Content for 3–4 bullet points describing what this deliverable includes - focused on actions, outputs, or advisory elements</a:t>
            </a:r>
            <a:br/>
            <a:br/>
            <a:r>
              <a:t>Write in a consulting-style tone, with concise and client-relevant language.</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1569660"/>
          </a:xfrm>
          <a:prstGeom prst="rect">
            <a:avLst/>
          </a:prstGeom>
          <a:noFill/>
        </p:spPr>
        <p:txBody>
          <a:bodyPr wrap="square">
            <a:spAutoFit/>
          </a:bodyPr>
          <a:lstStyle/>
          <a:p>
            <a:r>
              <a:t>Content for 3–4 bullet points describing what this deliverable includes - focused on actions, outputs, or advisory elements</a:t>
            </a:r>
            <a:br/>
            <a:br/>
            <a:r>
              <a:t>Write in a consulting-style tone, with concise and client-relevant language.</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TYPE OF SERVICE DELIVERABLES</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Content for TYPE OF SERVICE DELIVERABLES</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1384995"/>
          </a:xfrm>
          <a:prstGeom prst="rect">
            <a:avLst/>
          </a:prstGeom>
          <a:noFill/>
        </p:spPr>
        <p:txBody>
          <a:bodyPr wrap="square">
            <a:spAutoFit/>
          </a:bodyPr>
          <a:lstStyle/>
          <a:p>
            <a:r>
              <a:t>Content for 3–4 bullet points describing what this deliverable includes - focused on actions, outputs, or advisory elements</a:t>
            </a:r>
            <a:br/>
            <a:br/>
            <a:r>
              <a:t>Write in a consulting-style tone, with concise and client-relevant language</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1384995"/>
          </a:xfrm>
          <a:prstGeom prst="rect">
            <a:avLst/>
          </a:prstGeom>
          <a:noFill/>
        </p:spPr>
        <p:txBody>
          <a:bodyPr wrap="square">
            <a:spAutoFit/>
          </a:bodyPr>
          <a:lstStyle/>
          <a:p>
            <a:r>
              <a:t>Content for 3–4 bullet points describing what this deliverable includes - focused on actions, outputs, or advisory elements</a:t>
            </a:r>
            <a:br/>
            <a:br/>
            <a:r>
              <a:t>Write in a consulting-style tone, with concise and client-relevant language</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2.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10660</TotalTime>
  <Words>730</Words>
  <Application>Microsoft Office PowerPoint</Application>
  <PresentationFormat>Widescreen</PresentationFormat>
  <Paragraphs>112</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28</cp:revision>
  <dcterms:created xsi:type="dcterms:W3CDTF">2025-03-19T09:34:50Z</dcterms:created>
  <dcterms:modified xsi:type="dcterms:W3CDTF">2025-11-10T12:09:39Z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