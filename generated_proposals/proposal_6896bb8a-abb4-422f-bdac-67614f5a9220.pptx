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[Content for 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[Content for DATE]</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[Content for COVER_TITLE]</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[Content for CLIENT LOGO]</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[Content for COVER_LETTER]</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[Content for EXECUTIVE_SUMMARY]</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[Content for CURRENT SITUATION OF CLIENT]</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[Content for KEY CHALLENGES]</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[Content for OUTCOMES REQUIRED]</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[Content for Phase 1: Name]</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[Content for Phase 2:  Name]</a:t>
            </a:r>
            <a:endParaRPr dirty="0"/>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[Content for Phase 3: Name]</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46331"/>
          </a:xfrm>
          <a:prstGeom prst="rect">
            <a:avLst/>
          </a:prstGeom>
          <a:noFill/>
        </p:spPr>
        <p:txBody>
          <a:bodyPr wrap="square">
            <a:spAutoFit/>
          </a:bodyPr>
          <a:lstStyle/>
          <a:p>
            <a:r>
              <a:t>[Content for Introductory Paragraph]</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r>
              <a:t>[Content for Phase 1 Points]</a:t>
            </a:r>
            <a:endParaRPr lang="en-AE" sz="1200" i="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46331"/>
          </a:xfrm>
          <a:prstGeom prst="rect">
            <a:avLst/>
          </a:prstGeom>
          <a:noFill/>
        </p:spPr>
        <p:txBody>
          <a:bodyPr wrap="square">
            <a:spAutoFit/>
          </a:bodyPr>
          <a:lstStyle/>
          <a:p>
            <a:r>
              <a:t>[Content for Phase 2 Points]</a:t>
            </a:r>
            <a:endParaRPr lang="en-AE" sz="1200" i="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46331"/>
          </a:xfrm>
          <a:prstGeom prst="rect">
            <a:avLst/>
          </a:prstGeom>
          <a:noFill/>
        </p:spPr>
        <p:txBody>
          <a:bodyPr wrap="square">
            <a:spAutoFit/>
          </a:bodyPr>
          <a:lstStyle/>
          <a:p>
            <a:r>
              <a:t>[Content for Phase 3 Points]</a:t>
            </a:r>
            <a:endParaRPr lang="en-AE" sz="1200" i="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strategic support}</a:t>
            </a:r>
            <a:br>
              <a:rPr lang="en-US" dirty="0"/>
            </a:br>
            <a:br>
              <a:rPr dirty="0"/>
            </a:b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[Content for structuring &amp; enablers]</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[Content for ongoing support]</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[Content for TITLE OF SERVICE DELIVERABLES 1]</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[Content for TITLE OF SERVICE DELIVERABLES 2]</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r>
              <a:t>[Content for Points for Service Deliverables 1]</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r>
              <a:t>[Content for Points for Service Deliverables 2]</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[Content for TITLE OF SERVICE DELIVERABLES 4]</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[Content for TITLE OF SERVICE DELIVERABLES 3]</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r>
              <a:t>[Content for Points for Service Deliverables 3]</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r>
              <a:t>[Content for Points for Service Deliverables 4]</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10676</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30</cp:revision>
  <dcterms:created xsi:type="dcterms:W3CDTF">2025-03-19T09:34:50Z</dcterms:created>
  <dcterms:modified xsi:type="dcterms:W3CDTF">2025-11-19T13:50:51Z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