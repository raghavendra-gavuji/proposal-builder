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rPr lang="en-US" dirty="0"/>
              <a:t>{{COVER TITLE}}</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endParaRPr sz="1000" dirty="0"/>
          </a:p>
          <a:p>
            <a:r>
              <a:rPr sz="1000" dirty="0"/>
              <a:t>{{</a:t>
            </a:r>
            <a:r>
              <a:rPr lang="en-US" sz="1000" dirty="0"/>
              <a:t>DATE}}</a:t>
            </a:r>
            <a:br>
              <a:rPr sz="1000" dirty="0"/>
            </a:b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endParaRPr lang="en-AE"/>
          </a:p>
          <a:p>
            <a:r>
              <a:t>{{COVER_TITLE}}</a:t>
            </a:r>
            <a:br/>
            <a:r>
              <a:t>Insert proposal title, client name, and engagement date.</a:t>
            </a:r>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endParaRPr lang="en-AE" sz="1200" dirty="0"/>
          </a:p>
          <a:p>
            <a:r>
              <a:rPr sz="1200" dirty="0"/>
              <a:t>{{</a:t>
            </a:r>
            <a:r>
              <a:rPr lang="en-US" sz="1200" dirty="0"/>
              <a:t>CLIENT LOGO</a:t>
            </a:r>
            <a:r>
              <a:rPr sz="1200" dirty="0"/>
              <a:t>}}</a:t>
            </a:r>
            <a:br>
              <a:rPr sz="1200" dirty="0"/>
            </a:br>
            <a:endParaRPr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endParaRPr sz="1200" dirty="0"/>
          </a:p>
          <a:p>
            <a:r>
              <a:rPr sz="1200" dirty="0"/>
              <a:t>{{COVER_LETTER}}</a:t>
            </a:r>
            <a:br>
              <a:rPr sz="1200" dirty="0"/>
            </a:b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endParaRPr sz="1200" dirty="0"/>
          </a:p>
          <a:p>
            <a:r>
              <a:rPr sz="1200" dirty="0"/>
              <a:t>{{EXECUTIVE_SUMMARY}}</a:t>
            </a:r>
            <a:br>
              <a:rPr sz="1200" dirty="0"/>
            </a:b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endParaRPr dirty="0"/>
          </a:p>
          <a:p>
            <a:r>
              <a:rPr dirty="0"/>
              <a:t>{{</a:t>
            </a:r>
            <a:r>
              <a:rPr lang="en-US" dirty="0"/>
              <a:t>CURRENT SITUATION OF CLIENT</a:t>
            </a:r>
            <a:r>
              <a:rPr dirty="0"/>
              <a:t>}}</a:t>
            </a:r>
            <a:br>
              <a:rPr dirty="0"/>
            </a:br>
            <a:endParaRPr b="1"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endParaRPr dirty="0"/>
          </a:p>
          <a:p>
            <a:r>
              <a:rPr dirty="0"/>
              <a:t>{{</a:t>
            </a:r>
            <a:r>
              <a:rPr lang="en-US" dirty="0"/>
              <a:t>KEY CHALLENGES</a:t>
            </a:r>
            <a:r>
              <a:rPr dirty="0"/>
              <a:t>}}</a:t>
            </a:r>
            <a:br>
              <a:rPr dirty="0"/>
            </a:br>
            <a:endParaRPr b="1" dirty="0"/>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endParaRPr dirty="0"/>
          </a:p>
          <a:p>
            <a:pPr algn="l"/>
            <a:r>
              <a:rPr dirty="0"/>
              <a:t>{{</a:t>
            </a:r>
            <a:r>
              <a:rPr lang="en-US" dirty="0"/>
              <a:t>OUTCOMES REQUIRED</a:t>
            </a:r>
            <a:r>
              <a:rPr dirty="0"/>
              <a:t>}}</a:t>
            </a:r>
            <a:br>
              <a:rPr dirty="0"/>
            </a:br>
            <a:endParaRPr dirty="0"/>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endParaRPr lang="en-GB" dirty="0"/>
          </a:p>
          <a:p>
            <a:r>
              <a:rPr dirty="0"/>
              <a:t>{{Phase 1</a:t>
            </a:r>
            <a:r>
              <a:rPr lang="en-US" dirty="0"/>
              <a:t>: Name</a:t>
            </a:r>
            <a:r>
              <a:rPr dirty="0"/>
              <a:t>}}</a:t>
            </a:r>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dirty="0"/>
          </a:p>
          <a:p>
            <a:r>
              <a:rPr dirty="0"/>
              <a:t>{{Phase 2</a:t>
            </a:r>
            <a:r>
              <a:rPr lang="en-US" dirty="0"/>
              <a:t>:  Name</a:t>
            </a:r>
            <a:r>
              <a:rPr dirty="0"/>
              <a:t>}}</a:t>
            </a:r>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dirty="0"/>
          </a:p>
          <a:p>
            <a:r>
              <a:rPr dirty="0"/>
              <a:t>{{Phase 3</a:t>
            </a:r>
            <a:r>
              <a:rPr lang="en-US" dirty="0"/>
              <a:t>: Name</a:t>
            </a:r>
            <a:r>
              <a:rPr dirty="0"/>
              <a:t>}}</a:t>
            </a:r>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15553"/>
          </a:xfrm>
          <a:prstGeom prst="rect">
            <a:avLst/>
          </a:prstGeom>
          <a:noFill/>
        </p:spPr>
        <p:txBody>
          <a:bodyPr wrap="square">
            <a:spAutoFit/>
          </a:bodyPr>
          <a:lstStyle/>
          <a:p>
            <a:endParaRPr lang="en-AE" sz="1200" i="1" dirty="0"/>
          </a:p>
          <a:p>
            <a:r>
              <a:rPr lang="en-US" sz="1000" dirty="0"/>
              <a:t>{{Introductory Paragraph}}</a:t>
            </a:r>
            <a:br>
              <a:rPr sz="1200" dirty="0"/>
            </a:br>
            <a:endParaRPr sz="1200" b="1" dirty="0"/>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endParaRPr lang="en-AE" sz="1200" i="1" dirty="0"/>
          </a:p>
          <a:p>
            <a:r>
              <a:rPr lang="en-US" sz="1050" dirty="0"/>
              <a:t>{{Phase 1 Points}}</a:t>
            </a:r>
            <a:br>
              <a:rPr sz="1200" dirty="0"/>
            </a:br>
            <a:endParaRPr sz="1200" b="1" dirty="0"/>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15553"/>
          </a:xfrm>
          <a:prstGeom prst="rect">
            <a:avLst/>
          </a:prstGeom>
          <a:noFill/>
        </p:spPr>
        <p:txBody>
          <a:bodyPr wrap="square">
            <a:spAutoFit/>
          </a:bodyPr>
          <a:lstStyle/>
          <a:p>
            <a:endParaRPr lang="en-AE" sz="1200" i="1" dirty="0"/>
          </a:p>
          <a:p>
            <a:r>
              <a:rPr lang="en-US" sz="1000" dirty="0"/>
              <a:t>{{Phase 2 Points}}</a:t>
            </a:r>
            <a:br>
              <a:rPr sz="1200" dirty="0"/>
            </a:br>
            <a:endParaRPr sz="1200" b="1" dirty="0"/>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15553"/>
          </a:xfrm>
          <a:prstGeom prst="rect">
            <a:avLst/>
          </a:prstGeom>
          <a:noFill/>
        </p:spPr>
        <p:txBody>
          <a:bodyPr wrap="square">
            <a:spAutoFit/>
          </a:bodyPr>
          <a:lstStyle/>
          <a:p>
            <a:endParaRPr lang="en-AE" sz="1200" i="1" dirty="0"/>
          </a:p>
          <a:p>
            <a:r>
              <a:rPr lang="en-US" sz="1000" dirty="0"/>
              <a:t>{{Phase 3 Points}}</a:t>
            </a:r>
            <a:br>
              <a:rPr sz="1200" dirty="0"/>
            </a:br>
            <a:endParaRPr sz="1200" b="1"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endParaRPr dirty="0"/>
          </a:p>
          <a:p>
            <a:r>
              <a:rPr dirty="0"/>
              <a:t>{{</a:t>
            </a:r>
            <a:r>
              <a:rPr lang="en-US" dirty="0"/>
              <a:t>strategic support}}</a:t>
            </a:r>
            <a:br>
              <a:rPr lang="en-US" dirty="0"/>
            </a:br>
            <a:br>
              <a:rPr dirty="0"/>
            </a:br>
            <a:endParaRPr dirty="0"/>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endParaRPr dirty="0"/>
          </a:p>
          <a:p>
            <a:r>
              <a:rPr dirty="0"/>
              <a:t>{{</a:t>
            </a:r>
            <a:r>
              <a:rPr lang="en-US" dirty="0"/>
              <a:t>structuring &amp; enablers}}</a:t>
            </a:r>
            <a:br>
              <a:rPr dirty="0"/>
            </a:br>
            <a:br>
              <a:rPr dirty="0"/>
            </a:br>
            <a:endParaRPr dirty="0"/>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endParaRPr dirty="0"/>
          </a:p>
          <a:p>
            <a:r>
              <a:rPr dirty="0"/>
              <a:t>{{</a:t>
            </a:r>
            <a:r>
              <a:rPr lang="en-US" dirty="0"/>
              <a:t>ongoing support}}</a:t>
            </a:r>
            <a:r>
              <a:rPr lang="en-US" b="1" dirty="0"/>
              <a:t> </a:t>
            </a:r>
            <a:br>
              <a:rPr dirty="0"/>
            </a:br>
            <a:endParaRPr dirty="0"/>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endParaRPr lang="en-GB" sz="1500" b="1" dirty="0">
              <a:solidFill>
                <a:srgbClr val="7D4E1D"/>
              </a:solidFill>
            </a:endParaRPr>
          </a:p>
          <a:p>
            <a:pPr marL="0" indent="0">
              <a:buNone/>
            </a:pPr>
            <a:r>
              <a:rPr lang="en-US" dirty="0"/>
              <a:t>1.     </a:t>
            </a:r>
            <a:r>
              <a:rPr dirty="0"/>
              <a:t>{{</a:t>
            </a:r>
            <a:r>
              <a:rPr lang="en-US" dirty="0"/>
              <a:t>TITLE</a:t>
            </a:r>
            <a:r>
              <a:rPr dirty="0"/>
              <a:t> OF SERVICE DELIVERABLES</a:t>
            </a:r>
            <a:r>
              <a:rPr lang="en-US" dirty="0"/>
              <a:t> 1</a:t>
            </a:r>
            <a:r>
              <a:rPr dirty="0"/>
              <a:t>}}</a:t>
            </a:r>
            <a:br>
              <a:rPr dirty="0"/>
            </a:br>
            <a:r>
              <a:rPr dirty="0"/>
              <a:t>.</a:t>
            </a: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rPr dirty="0"/>
              <a:t>2.       {{T</a:t>
            </a:r>
            <a:r>
              <a:rPr lang="en-US" dirty="0"/>
              <a:t>ITLE</a:t>
            </a:r>
            <a:r>
              <a:rPr dirty="0"/>
              <a:t> OF SERVICE DELIVERABLES</a:t>
            </a:r>
            <a:r>
              <a:rPr lang="en-US" dirty="0"/>
              <a:t> 2</a:t>
            </a:r>
            <a:r>
              <a:rPr dirty="0"/>
              <a:t>}}</a:t>
            </a:r>
            <a:br>
              <a:rPr dirty="0"/>
            </a:br>
            <a:r>
              <a:rPr dirty="0"/>
              <a:t>.</a:t>
            </a: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endParaRPr lang="en-AE" sz="1200" i="1" dirty="0"/>
          </a:p>
          <a:p>
            <a:r>
              <a:rPr lang="en-US" sz="1200" dirty="0"/>
              <a:t>{{Points for Service Deliverables 1}}</a:t>
            </a:r>
            <a:br>
              <a:rPr sz="1200" dirty="0"/>
            </a:br>
            <a:endParaRPr sz="1200" b="1" dirty="0"/>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endParaRPr lang="en-AE" sz="1200" i="1" dirty="0"/>
          </a:p>
          <a:p>
            <a:r>
              <a:rPr lang="en-US" sz="1200" dirty="0"/>
              <a:t>{{Points for Service Deliverables 2}}</a:t>
            </a:r>
            <a:br>
              <a:rPr sz="1200" dirty="0"/>
            </a:br>
            <a:r>
              <a:rPr sz="1200" b="1" dirty="0"/>
              <a:t> </a:t>
            </a:r>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rPr dirty="0"/>
              <a:t>4.          {{T</a:t>
            </a:r>
            <a:r>
              <a:rPr lang="en-US" dirty="0"/>
              <a:t>ITL</a:t>
            </a:r>
            <a:r>
              <a:rPr dirty="0"/>
              <a:t>E OF SERVICE DELIVERABLES</a:t>
            </a:r>
            <a:r>
              <a:rPr lang="en-US" dirty="0"/>
              <a:t> 4</a:t>
            </a:r>
            <a:r>
              <a:rPr dirty="0"/>
              <a:t>}}</a:t>
            </a:r>
            <a:br>
              <a:rPr dirty="0"/>
            </a:br>
            <a:r>
              <a:rPr dirty="0"/>
              <a:t>.</a:t>
            </a: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rPr dirty="0"/>
              <a:t>3.       {{T</a:t>
            </a:r>
            <a:r>
              <a:rPr lang="en-US" dirty="0"/>
              <a:t>ITL</a:t>
            </a:r>
            <a:r>
              <a:rPr dirty="0"/>
              <a:t>E OF SERVICE DELIVERABLES</a:t>
            </a:r>
            <a:r>
              <a:rPr lang="en-US" dirty="0"/>
              <a:t> 3</a:t>
            </a:r>
            <a:r>
              <a:rPr dirty="0"/>
              <a:t>}}</a:t>
            </a:r>
            <a:br>
              <a:rPr dirty="0"/>
            </a:br>
            <a:r>
              <a:rPr dirty="0"/>
              <a:t>.</a:t>
            </a: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endParaRPr lang="en-US" sz="1200" i="1" dirty="0"/>
          </a:p>
          <a:p>
            <a:r>
              <a:rPr lang="en-US" sz="1200" dirty="0"/>
              <a:t>{{Points for Service Deliverables 3}}</a:t>
            </a:r>
            <a:endParaRPr lang="en-US" sz="1200" b="1" dirty="0"/>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endParaRPr lang="en-AE" sz="1200" i="1" dirty="0"/>
          </a:p>
          <a:p>
            <a:r>
              <a:rPr lang="en-US" sz="1200" dirty="0"/>
              <a:t>{{Points for Service Deliverables 4}}</a:t>
            </a:r>
            <a:endParaRPr sz="1200" b="1" dirty="0"/>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3C7658-BDAA-4AE2-AB2D-F9763CAF65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10678</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34</cp:revision>
  <dcterms:created xsi:type="dcterms:W3CDTF">2025-03-19T09:34:50Z</dcterms:created>
  <dcterms:modified xsi:type="dcterms:W3CDTF">2025-11-19T15:43:23Z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