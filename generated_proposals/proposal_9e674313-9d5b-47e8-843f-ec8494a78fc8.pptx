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rPr/>
              <a:t>Strategic Growth &amp; Transformation Proposal for a Leading Global Enterprise</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r>
              <a:t>Dear Valued Client,</a:t>
            </a:r>
          </a:p>
          <a:p/>
          <a:p>
            <a:r>
              <a:t>Pnyx Hill is delighted to present this strategic proposal, outlining a tailored approach to accelerate your organization's growth and achieve its ambitious objectives. We understand the dynamic market landscape you navigate and are committed to partnering with you to unlock new opportunities and sustain competitive advantage. This document reflects our deep insights into your strategic priorities and our dedication to delivering tangible, lasting impact. We are excited by the prospect of collaborating closely with your team, leveraging our expertise to translate vision into concrete results. Our partnership will be founded on shared goals, rigorous analysis, and a commitment to excellence. We look forward to discussing this proposal further and embarking on a transformative journey together.</a:t>
            </a:r>
          </a:p>
          <a:p/>
          <a:p>
            <a:r>
              <a:t>Sincerely,</a:t>
            </a:r>
          </a:p>
          <a:p>
            <a:r>
              <a:t>A. Consultant, Pnyx Hill Partner</a:t>
            </a:r>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r>
              <a:t>**Growth Ambition**</a:t>
            </a:r>
          </a:p>
          <a:p>
            <a:r>
              <a:t>This proposal outlines a strategic partnership designed to propel your organization towards sustainable growth and market leadership through targeted transformation initiatives.</a:t>
            </a:r>
          </a:p>
          <a:p/>
          <a:p>
            <a:r>
              <a:t>**Our Value Proposition**</a:t>
            </a:r>
          </a:p>
          <a:p>
            <a:r>
              <a:t>• Unlocking new revenue streams and market opportunities.</a:t>
            </a:r>
          </a:p>
          <a:p>
            <a:r>
              <a:t>• Optimizing operational efficiency and resource allocation.</a:t>
            </a:r>
          </a:p>
          <a:p>
            <a:r>
              <a:t>• Building resilient capabilities for future market demands.</a:t>
            </a:r>
          </a:p>
          <a:p>
            <a:r>
              <a:t>• Providing actionable insights for informed decision-making.</a:t>
            </a:r>
          </a:p>
          <a:p/>
          <a:p>
            <a:r>
              <a:t>**Key Project Highlights**</a:t>
            </a:r>
          </a:p>
          <a:p>
            <a:r>
              <a:t>• Market Opportunity Assessment</a:t>
            </a:r>
          </a:p>
          <a:p>
            <a:r>
              <a:t>• Digital Transformation Roadmap</a:t>
            </a:r>
          </a:p>
          <a:p>
            <a:r>
              <a:t>• Organizational Design Optimization</a:t>
            </a:r>
          </a:p>
          <a:p>
            <a:r>
              <a:t>• Performance Management Framework</a:t>
            </a:r>
          </a:p>
          <a:p>
            <a:r>
              <a:t>• Innovation Strategy Development</a:t>
            </a:r>
          </a:p>
          <a:p>
            <a:r>
              <a:t>• Change Management Implementation</a:t>
            </a:r>
          </a:p>
          <a:p>
            <a:r>
              <a:t>• Technology Integration Planning</a:t>
            </a:r>
          </a:p>
          <a:p>
            <a:r>
              <a:t>• Leadership Alignment Workshops</a:t>
            </a:r>
          </a:p>
          <a:p/>
          <a:p>
            <a:r>
              <a:t>**Strategic Outlook**</a:t>
            </a:r>
          </a:p>
          <a:p>
            <a:r>
              <a:t>We are confident this comprehensive approach will position your enterprise for unparalleled success and long-term value creation in an evolving global economy.</a:t>
            </a:r>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r>
              <a:t>The global market is experiencing rapid shifts driven by technological innovation, evolving customer expectations, and increased competitive intensity. Organizations face pressure to adapt quickly, optimize existing operations, and identify new avenues for growth amidst these disruptive forces. There is an unmet need for integrated strategies that bridge market insight with operational execution to deliver sustained competitive advantage and capitalize on emerging trends.</a:t>
            </a:r>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Market Disruption: Rapid technological shifts and new competitive entrants.</a:t>
            </a:r>
            <a:endParaRPr dirty="0"/>
          </a:p>
          <a:p>
            <a:pPr/>
            <a:r>
              <a:t>Operational Inefficiencies: Suboptimal processes hindering agility and cost-effectiveness.</a:t>
            </a:r>
          </a:p>
          <a:p>
            <a:pPr/>
            <a:r>
              <a:t>Digital Adoption Lag: Slow integration of advanced digital capabilities.</a:t>
            </a:r>
          </a:p>
          <a:p>
            <a:pPr/>
            <a:r>
              <a:t>Talent &amp; Culture Gaps: Mismatch between current workforce skills and future needs.</a:t>
            </a:r>
          </a:p>
          <a:p>
            <a:pPr/>
            <a:r>
              <a:t>Innovation Roadblocks: Difficulty in translating ideas into scalable solutions.</a:t>
            </a:r>
          </a:p>
          <a:p>
            <a:pPr/>
            <a:r>
              <a:t>Data Underutilization: Inability to leverage data for strategic decision-making.</a:t>
            </a:r>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Achieve significant market share expansion.</a:t>
            </a:r>
            <a:endParaRPr dirty="0"/>
          </a:p>
          <a:p>
            <a:pPr algn="l"/>
            <a:r>
              <a:t>Enhance operational agility and cost efficiency.</a:t>
            </a:r>
          </a:p>
          <a:p>
            <a:pPr algn="l"/>
            <a:r>
              <a:t>Accelerate digital innovation and adoption.</a:t>
            </a:r>
          </a:p>
          <a:p>
            <a:pPr algn="l"/>
            <a:r>
              <a:t>Cultivate a future-ready, high-performance culture.</a:t>
            </a:r>
          </a:p>
          <a:p>
            <a:pPr algn="l"/>
            <a:r>
              <a:t>Establish sustainable competitive differentiators.</a:t>
            </a:r>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 &amp; Define</a:t>
            </a:r>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Execute &amp; Elevate</a:t>
            </a:r>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a structured, phased methodology, ensuring a clear path from strategic insights to measurable impact. It integrates deep analytics with collaborative client engagement to build sustainable capabilities and drive transformative change.</a:t>
            </a:r>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pPr/>
            <a:r>
              <a:t>Conduct comprehensive market and internal diagnostics.</a:t>
            </a:r>
            <a:endParaRPr lang="en-AE" sz="1200" i="1" dirty="0"/>
          </a:p>
          <a:p>
            <a:pPr/>
            <a:r>
              <a:t>Define strategic objectives and key performance indicators.</a:t>
            </a:r>
          </a:p>
          <a:p>
            <a:pPr/>
            <a:r>
              <a:t>Identify critical success factors and potential roadblocks.</a:t>
            </a:r>
          </a:p>
          <a:p>
            <a:pPr/>
            <a:r>
              <a:t>Align stakeholders on vision and scope.</a:t>
            </a:r>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pPr/>
            <a:r>
              <a:t>Formulate tailored strategic initiatives and roadmaps.</a:t>
            </a:r>
            <a:endParaRPr lang="en-AE" sz="1200" i="1" dirty="0"/>
          </a:p>
          <a:p>
            <a:pPr/>
            <a:r>
              <a:t>Design target operating models and organizational structures.</a:t>
            </a:r>
          </a:p>
          <a:p>
            <a:pPr/>
            <a:r>
              <a:t>Develop capability building programs and technology solutions.</a:t>
            </a:r>
          </a:p>
          <a:p>
            <a:pPr/>
            <a:r>
              <a:t>Prototype and validate key solutions.</a:t>
            </a:r>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pPr/>
            <a:r>
              <a:t>Implement chosen strategies and operational changes.</a:t>
            </a:r>
            <a:endParaRPr lang="en-AE" sz="1200" i="1" dirty="0"/>
          </a:p>
          <a:p>
            <a:pPr/>
            <a:r>
              <a:t>Monitor performance, track progress, and iterate solutions.</a:t>
            </a:r>
          </a:p>
          <a:p>
            <a:pPr/>
            <a:r>
              <a:t>Embed new processes and foster cultural adoption.</a:t>
            </a:r>
          </a:p>
          <a:p>
            <a:pPr/>
            <a:r>
              <a:t>Ensure knowledge transfer and long-term sustainability.</a:t>
            </a:r>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Market Entry Strategy: Evaluate opportunities, define positioning, and roadmap.</a:t>
            </a:r>
            <a:endParaRPr dirty="0"/>
          </a:p>
          <a:p>
            <a:pPr/>
            <a:r>
              <a:t>Growth Portfolio Optimization: Analyze business units, prioritize investments, divestitures.</a:t>
            </a:r>
          </a:p>
          <a:p>
            <a:pPr/>
            <a:r>
              <a:t>Digital Transformation Strategy: Blueprint for technology adoption and modernization.</a:t>
            </a:r>
          </a:p>
          <a:p>
            <a:pPr/>
            <a:r>
              <a:t>Innovation &amp; R&amp;D Strategy: Develop frameworks for sustainable new product pipelines.</a:t>
            </a:r>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Organizational Redesign: Align structure with strategy for agility and efficiency.</a:t>
            </a:r>
            <a:endParaRPr dirty="0"/>
          </a:p>
          <a:p>
            <a:pPr/>
            <a:r>
              <a:t>Process Optimization: Streamline core operations, eliminate bottlenecks.</a:t>
            </a:r>
          </a:p>
          <a:p>
            <a:pPr/>
            <a:r>
              <a:t>Technology Architecture Review: Assess current state, recommend future tech stack.</a:t>
            </a:r>
          </a:p>
          <a:p>
            <a:pPr/>
            <a:r>
              <a:t>Performance Management Systems: Implement metrics and reporting for accountability.</a:t>
            </a:r>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Strategic Advisory Board: Quarterly sessions for high-level guidance.</a:t>
            </a:r>
            <a:endParaRPr dirty="0"/>
          </a:p>
          <a:p>
            <a:pPr/>
            <a:r>
              <a:t>Change Management Coaching: On-demand support for leadership and teams.</a:t>
            </a:r>
          </a:p>
          <a:p>
            <a:pPr/>
            <a:r>
              <a:t>Post-Implementation Review: Assess impact, refine strategies, ensure sustainability.</a:t>
            </a:r>
          </a:p>
          <a:p>
            <a:pPr/>
            <a:r>
              <a:t>Capability Development Programs: Training for continuous skill enhancement.</a:t>
            </a:r>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endParaRPr lang="en-GB" sz="1500" b="1" dirty="0">
              <a:solidFill>
                <a:srgbClr val="7D4E1D"/>
              </a:solidFill>
            </a:endParaRPr>
          </a:p>
          <a:p>
            <a:pPr marL="0" indent="0">
              <a:buNone/>
            </a:pPr>
            <a:r>
              <a:rPr/>
              <a:t>1.     Strategic Insight &amp; Vision</a:t>
            </a:r>
            <a:br/>
            <a:r>
              <a:t>.</a:t>
            </a: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a:t>2.       Operational Excellence Design</a:t>
            </a:r>
            <a:br/>
            <a:r>
              <a:t>.</a:t>
            </a: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pPr/>
            <a:r>
              <a:t>Market Landscape Analysis Report</a:t>
            </a:r>
            <a:endParaRPr lang="en-AE" sz="1200" i="1" dirty="0"/>
          </a:p>
          <a:p>
            <a:pPr/>
            <a:r>
              <a:t>Growth Opportunity Assessment</a:t>
            </a:r>
          </a:p>
          <a:p>
            <a:pPr/>
            <a:r>
              <a:t>Strategic Imperatives Roadmap</a:t>
            </a:r>
          </a:p>
          <a:p>
            <a:pPr/>
            <a:r>
              <a:t>Executive Vision Workshop Outcomes</a:t>
            </a:r>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pPr/>
            <a:r>
              <a:t>Target Operating Model Blueprint</a:t>
            </a:r>
            <a:endParaRPr lang="en-AE" sz="1200" i="1" dirty="0"/>
          </a:p>
          <a:p>
            <a:pPr/>
            <a:r>
              <a:t>Process Optimization Recommendations</a:t>
            </a:r>
          </a:p>
          <a:p>
            <a:pPr/>
            <a:r>
              <a:t>Technology Integration Plan</a:t>
            </a:r>
          </a:p>
          <a:p>
            <a:pPr/>
            <a:r>
              <a:t>Performance Metrics Dashboard</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a:t>4.          Implementation Support &amp; Review</a:t>
            </a:r>
            <a:br/>
            <a:r>
              <a:t>.</a:t>
            </a: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a:t>3.       Capability Building &amp; Change</a:t>
            </a:r>
            <a:br/>
            <a:r>
              <a:t>.</a:t>
            </a: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pPr/>
            <a:r>
              <a:t>Organizational Design Proposal</a:t>
            </a:r>
            <a:endParaRPr lang="en-US" sz="1200" i="1" dirty="0"/>
          </a:p>
          <a:p>
            <a:pPr/>
            <a:r>
              <a:t>Change Management Implementation Plan</a:t>
            </a:r>
          </a:p>
          <a:p>
            <a:pPr/>
            <a:r>
              <a:t>Leadership Alignment Framework</a:t>
            </a:r>
          </a:p>
          <a:p>
            <a:pPr/>
            <a:r>
              <a:t>Skill Development Program Outlines</a:t>
            </a:r>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pPr/>
            <a:r>
              <a:t>Project Management Office (PMO) Framework</a:t>
            </a:r>
            <a:endParaRPr lang="en-AE" sz="1200" i="1" dirty="0"/>
          </a:p>
          <a:p>
            <a:pPr/>
            <a:r>
              <a:t>Post-Implementation Review Report</a:t>
            </a:r>
          </a:p>
          <a:p>
            <a:pPr/>
            <a:r>
              <a:t>Quarterly Strategic Review Pack</a:t>
            </a:r>
          </a:p>
          <a:p>
            <a:pPr/>
            <a:r>
              <a:t>Sustainability &amp; Handover Documentation</a:t>
            </a:r>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