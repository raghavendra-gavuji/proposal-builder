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Slide slide_1 - 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Content for DATE</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Slide slide_1 - COVER_TITLE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Content for CLIENT LOGO</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Content for COVER_LETTER</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Content for EXECUTIVE_SUMMARY</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Content for CURRENT SITUATION OF CLIENT</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Content for KEY CHALLENGES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Content for OUTCOMES REQUIRED</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Content for Phase 1: Name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Content for Phase 2:  Name</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Content for Phase 3: Name</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46331"/>
          </a:xfrm>
          <a:prstGeom prst="rect">
            <a:avLst/>
          </a:prstGeom>
          <a:noFill/>
        </p:spPr>
        <p:txBody>
          <a:bodyPr wrap="square">
            <a:spAutoFit/>
          </a:bodyPr>
          <a:lstStyle/>
          <a:p>
            <a:r>
              <a:t>Content for Introductory Paragraph</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Content for Phase 1 Points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46331"/>
          </a:xfrm>
          <a:prstGeom prst="rect">
            <a:avLst/>
          </a:prstGeom>
          <a:noFill/>
        </p:spPr>
        <p:txBody>
          <a:bodyPr wrap="square">
            <a:spAutoFit/>
          </a:bodyPr>
          <a:lstStyle/>
          <a:p>
            <a:r>
              <a:t>Content for Phase 2 Points</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46331"/>
          </a:xfrm>
          <a:prstGeom prst="rect">
            <a:avLst/>
          </a:prstGeom>
          <a:noFill/>
        </p:spPr>
        <p:txBody>
          <a:bodyPr wrap="square">
            <a:spAutoFit/>
          </a:bodyPr>
          <a:lstStyle/>
          <a:p>
            <a:r>
              <a:t>Content for Phase 3 Points</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endParaRPr dirty="0"/>
          </a:p>
          <a:p>
            <a:r>
              <a:rPr dirty="0"/>
              <a:t>{{</a:t>
            </a:r>
            <a:r>
              <a:rPr lang="en-US" dirty="0"/>
              <a:t>strategic support}</a:t>
            </a:r>
            <a:br>
              <a:rPr lang="en-US" dirty="0"/>
            </a:br>
            <a:br>
              <a:rPr dirty="0"/>
            </a:b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Content for structuring &amp; enablers</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Content for ongoing support</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Slide slide_17 - TITLE OF SERVICE DELIVERABLES 1</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Slide slide_17 - TITLE OF SERVICE DELIVERABLES 2</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Content for Points for Service Deliverables 1</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Content for Points for Service Deliverables 2</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Slide slide_18 - TITLE OF SERVICE DELIVERABLES 4</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Slide slide_18 - TITLE OF SERVICE DELIVERABLES 3</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Content for Points for Service Deliverables 3</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Content for Points for Service Deliverables 4</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93C7658-BDAA-4AE2-AB2D-F9763CAF6583}">
  <ds:schemaRefs>
    <ds:schemaRef ds:uri="http://schemas.microsoft.com/sharepoint/v3/contenttype/forms"/>
  </ds:schemaRefs>
</ds:datastoreItem>
</file>

<file path=customXml/itemProps3.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10676</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30</cp:revision>
  <dcterms:created xsi:type="dcterms:W3CDTF">2025-03-19T09:34:50Z</dcterms:created>
  <dcterms:modified xsi:type="dcterms:W3CDTF">2025-11-19T13:50:51Z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