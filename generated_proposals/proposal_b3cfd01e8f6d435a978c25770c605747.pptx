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Business Transformation &amp; Growth Advisory Proposal for [Client Name]</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Proposal for Strategic Business Transformation &amp; Growth</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Client Name Logo Placeholder</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[Client Name] Team,</a:t>
            </a:r>
            <a:br/>
            <a:br/>
            <a:r>
              <a:t>Pnyx Hill is pleased to present this proposal outlining our strategic advisory services. We understand your ambition to achieve sustainable growth and enhance your market position. This document details our tailored approach to support your strategic objectives, optimize operations, and unlock new opportunities. We are confident that our expertise aligns perfectly with your vision for future success and look forward to a successful partnership.</a:t>
            </a:r>
            <a:br/>
            <a:br/>
            <a:r>
              <a:t>Sincerely,</a:t>
            </a:r>
            <a:br/>
            <a:r>
              <a:t>The Pnyx Hill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a comprehensive strategic advisory engagement designed to empower [Client Name] for accelerated growth and market leadership. Our focus will be on developing a robust, actionable business strategy, optimizing key operational areas, and enhancing investment readiness. Through our phased approach, Pnyx Hill will deliver tangible recommendations and implementation support, ensuring a clear roadmap for achieving your long-term strategic goals and sustained competitive advantage.</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In today's rapidly evolving market, organizations like [Client Name] face critical challenges including competitive pressures, technological shifts, and the need for scalable growth. We recognize your drive to innovate and adapt. This engagement addresses the necessity for a clear strategic direction to navigate complexities, optimize internal capabilities, and capitalize on emerging opportunities to secure a leading market position.</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delivers bespoke strategic consulting that transforms challenges into growth opportunities. We offer expert guidance in strategic planning, operational excellence, and market positioning, empowering clients to achieve sustainable growth, enhanced profitability, and a distinct competitive edge. Our data-driven methodologies and collaborative approach ensure measurable impact, actionable insights, and long-term organizational success.</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['Comprehensive Business Strategy Development &amp; Validation', 'Market Opportunity Assessment &amp; Growth Roadmapping', 'Operational Efficiency &amp; Performance Optimization', 'Investment Readiness &amp; Funding Strategy Support', 'Actionable Recommendations &amp; Implementation Guidance']</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['Defining a clear, scalable growth strategy amidst market volatility', 'Optimizing operational frameworks for enhanced efficiency and agility', 'Navigating competitive landscapes and identifying unique market positioning', 'Attracting and securing strategic investments for expansion initiatives', 'Ensuring organizational alignment with evolving strategic goals']</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['**Discover &amp; Analyze:** Deep dive into current state, market dynamics, and capabilities.', '**Strategize &amp; Design:** Collaborative development of tailored strategies and solutions.', '**Implement &amp; Optimize:** Phased execution support, performance monitoring, and refinement.', '**Sustain &amp; Grow:** Building internal capabilities for long-term success and continuous improvement.']</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Phase 1: Diagnostic &amp; Strategic Foundation</a:t>
            </a:r>
            <a:br/>
            <a:br/>
            <a:r>
              <a:t>This initial phase focuses on gaining a deep understanding of your current business landscape. We will conduct comprehensive market analysis, competitive benchmarking, and internal capability assessments. Key activities include stakeholder interviews, data collection, and identifying core challenges and strategic opportunities. The output will be a shared understanding of the current state and clearly defined objectives for the engagement.</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Phase 2: Strategy Development &amp; Roadmap</a:t>
            </a:r>
            <a:br/>
            <a:br/>
            <a:r>
              <a:t>Building on Phase 1 insights, this phase involves the collaborative development of a robust business strategy. We will outline key strategic pillars, define actionable initiatives, and design optimized operational frameworks. This includes creating a detailed implementation roadmap, complete with timelines, resource allocation, and measurable KPIs. The goal is to provide a clear, executable blueprint for achieving your growth objectives.</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Phase 3: Execution Support &amp; Investment Readiness</a:t>
            </a:r>
            <a:br/>
            <a:br/>
            <a:r>
              <a:t>In this final phase, Pnyx Hill provides critical support during strategy implementation. We will assist in developing investment-grade materials such as pitch decks and financial models, and offer guidance for investor engagements. This phase also focuses on establishing performance monitoring mechanisms and conducting post-implementation reviews to ensure successful adoption and long-term impact of the developed strategies.</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['Market Entry &amp; Growth Strategy Development', 'Business Model Innovation &amp; Optimization', 'Organizational Design &amp; Effectiveness Advisory', 'Digital Transformation Roadmap &amp; Implementation Guidance', 'Risk Management &amp; Business Resilience Planning']</a:t>
            </a:r>
            <a:br/>
            <a:r>
              <a:rPr sz="1800"/>
              <a:t>['Market Entry &amp; Growth Strategy Development', 'Business Model Innovation &amp; Optimization', 'Organizational Design &amp; Effectiveness Advisory', 'Digital Transformation Roadmap &amp; Implementation Guidance', 'Risk Management &amp; Business Resilience Planning']</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['Market Entry &amp; Growth Strategy Development', 'Business Model Innovation &amp; Optimization', 'Organizational Design &amp; Effectiveness Advisory', 'Digital Transformation Roadmap &amp; Implementation Guidance', 'Risk Management &amp; Business Resilience Planning']</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['Proprietary Pnyx Hill Analytical Frameworks &amp; Methodologies', 'Collaborative Workshops &amp; Stakeholder Engagement Sessions', 'Data-Driven Market Intelligence &amp; Competitive Benchmarking', 'Agile Project Management Principles &amp; Tools', "Access to Pnyx Hill's Expert Network &amp; Industry Best Practices"]</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dirty="0">
                <a:solidFill/>
              </a:rPr>
              <a:t>{{</a:t>
            </a:r>
            <a:r>
              <a:rPr lang="en-US" dirty="0"/>
              <a:t>SCOPE_OUR PROPOSED APPROACH </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['Comprehensive Strategic Plan Document (5-year outlook)', 'Detailed Growth Roadmap &amp; Initiative Prioritization Matrix', 'Target Operating Model Design &amp; Recommendations', 'Key Performance Indicator (KPI) Framework &amp; Measurement Plan', 'Market Opportunity &amp; Competitive Landscape Analysis Report']</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['Strategic Planning &amp; Advisory', 'Market Research &amp; Competitive Analysis', 'Operational Excellence Consulting', 'Financial Advisory &amp; Investment Readiness', 'Change Management &amp; Implementation Support']</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['Strategic Vision &amp; Mission Workshop Outcomes', 'SWOT &amp; PESTLE Analysis Reports', 'Customized Business Model Canvas', 'Revenue Stream Diversification Strategies', 'Customer Segmentation &amp; Value Proposition Design']</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['Process Optimization &amp; Automation Recommendations', 'Technology Stack Review &amp; Digital Transformation Roadmap', 'Organizational Structure &amp; Governance Proposals', 'Talent Management &amp; Skill Gap Analysis', 'Performance Management Frameworks']</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['Risk Assessment &amp; Mitigation Plans', 'Sustainability Strategy Integration &amp; ESG Frameworks', 'Post-Engagement Performance Review Report', 'Knowledge Transfer &amp; Training Sessions for Key Personnel', 'Stakeholder Communication Strategy']</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['Investor-Grade Pitch Deck Development &amp; Refinement', 'Detailed Financial Projections &amp; Valuation Model', 'Comprehensive Data Room Organization &amp; Content Guidance', 'Investor Outreach Strategy &amp; Targeted Introductions (as agreed)', 'Term Sheet Review &amp; Negotiation Support']</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['Post-Engagement Strategic Review Sessions (Quarterly for 1 year)', "Access to Pnyx Hill's Expert Network &amp; Industry Specialists", 'Ad-hoc Advisory &amp; Problem-Solving Support (up to X hours/month)', 'Emerging Market Trend Briefings &amp; Workshops', 'Capacity Building &amp; Training Modules for Internal Teams']</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['Post-Engagement Strategic Review Sessions (Quarterly for 1 year)', "Access to Pnyx Hill's Expert Network &amp; Industry Specialists", 'Ad-hoc Advisory &amp; Problem-Solving Support (up to X hours/month)', 'Emerging Market Trend Briefings &amp; Workshops', 'Capacity Building &amp; Training Modules for Internal Teams']</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['Project Fee: [Agreed Fee, e.g., $X00,000]', 'Payment Schedule: [e.g., 30% upfront, 30% upon Phase 2 completion, 40% upon project completion]', 'Expenses: Reimbursable at cost (travel, lodging, approved third-party tools)', 'Validity: This proposal is valid for 30 days from the date of issuance.', 'Terms &amp; Conditions: As per the attached Master Services Agreement.']</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