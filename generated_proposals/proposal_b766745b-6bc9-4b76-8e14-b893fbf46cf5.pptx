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t>Strategic Growth Proposal for Our Valued Client</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Proposal for Our Valued Client</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r>
              <a:t>Pnyx Hill Logo</a:t>
            </a:r>
            <a:endParaRPr lang="en-AE"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Valued Client,</a:t>
            </a:r>
            <a:br/>
            <a:br/>
            <a:r>
              <a:t>Pnyx Hill is delighted to present this strategic proposal, outlining a tailored approach to achieve your ambitious growth objectives. We recognize the dynamic market landscape and your commitment to innovation and sustained success. This document reflects our deep understanding of your strategic priorities and our shared vision for realizing transformational outcomes.</a:t>
            </a:r>
            <a:br/>
            <a:br/>
            <a:r>
              <a:t>Our team is energized by the opportunity to partner with you, leveraging our expertise to navigate complexities, unlock new opportunities, and drive measurable value. We are confident that the strategic framework and comprehensive services detailed herein will serve as a robust foundation for achieving your desired future state.</a:t>
            </a:r>
            <a:br/>
            <a:br/>
            <a:r>
              <a:t>We look forward to discussing this proposal further and embarking on this exciting journey together, reinforcing Pnyx Hill's role as your trusted strategic advisor.</a:t>
            </a:r>
            <a:br/>
            <a:br/>
            <a:r>
              <a:t>Sincerely,</a:t>
            </a:r>
            <a:br/>
            <a:r>
              <a:t>Pnyx Hill Leadership Team</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a:t>
            </a:r>
            <a:br/>
            <a:r>
              <a:t>This proposal outlines a strategic partnership designed to accelerate [Client Name]'s market leadership, optimize operational efficiency, and capture new revenue streams in a rapidly evolving business environment.</a:t>
            </a:r>
            <a:br/>
            <a:br/>
            <a:r>
              <a:t>2. **Our Value Proposition**</a:t>
            </a:r>
            <a:br/>
            <a:r>
              <a:t>•   Leverage proprietary analytical frameworks and deep industry expertise to deliver actionable insights.</a:t>
            </a:r>
            <a:br/>
            <a:r>
              <a:t>•   Implement a phased, agile approach ensuring continuous alignment and measurable progress.</a:t>
            </a:r>
            <a:br/>
            <a:r>
              <a:t>•   Build internal capabilities through collaborative engagement and knowledge transfer.</a:t>
            </a:r>
            <a:br/>
            <a:r>
              <a:t>•   Commit to delivering sustainable, long-term value beyond project completion.</a:t>
            </a:r>
            <a:br/>
            <a:br/>
            <a:r>
              <a:t>3. **Key Project Highlights**</a:t>
            </a:r>
            <a:br/>
            <a:r>
              <a:t>•   Market Opportunity Assessment &amp; Prioritization</a:t>
            </a:r>
            <a:br/>
            <a:r>
              <a:t>•   Strategic Business Unit (SBU) Portfolio Optimization</a:t>
            </a:r>
            <a:br/>
            <a:r>
              <a:t>•   Digital Transformation Roadmap Development</a:t>
            </a:r>
            <a:br/>
            <a:r>
              <a:t>•   Operational Excellence &amp; Process Streamlining</a:t>
            </a:r>
            <a:br/>
            <a:r>
              <a:t>•   Organizational Design &amp; Capability Building</a:t>
            </a:r>
            <a:br/>
            <a:r>
              <a:t>•   Performance Measurement &amp; KPI Framework Establishment</a:t>
            </a:r>
            <a:br/>
            <a:r>
              <a:t>•   Innovation Strategy &amp; New Venture Incubation</a:t>
            </a:r>
            <a:br/>
            <a:r>
              <a:t>•   Strategic Alliance &amp; Partnership Identification</a:t>
            </a:r>
            <a:br/>
            <a:br/>
            <a:r>
              <a:t>4. **Strategic Outlook**</a:t>
            </a:r>
            <a:br/>
            <a:r>
              <a:t>By combining Pnyx Hill's strategic acumen with [Client Name]'s vision, we are poised to unlock significant growth and establish a resilient, future-ready enterprise.</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r>
              <a:t>The current market is characterized by increasing digital disruption, evolving customer expectations, and heightened competitive pressures. Economic uncertainties are driving a need for greater agility and cost efficiency. Many organizations face challenges in translating strategic intent into operational reality, often due to fragmented data, legacy systems, and a misalignment between functional silos. There is an unmet need for integrated solutions that address both top-line growth and bottom-line optimization, while simultaneously fostering a culture of continuous innovation.</a:t>
            </a:r>
            <a:endParaRPr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r>
              <a:t>•   **Market Saturation**: Difficulty in identifying new growth avenues within established segments.</a:t>
            </a:r>
            <a:br/>
            <a:r>
              <a:t>•   **Digital Adoption Gap**: Slow integration of advanced digital technologies affecting customer experience and operational efficiency.</a:t>
            </a:r>
            <a:br/>
            <a:r>
              <a:t>•   **Talent &amp; Capability Shortages**: Struggle to attract, retain, and upskill talent essential for future-state operations.</a:t>
            </a:r>
            <a:br/>
            <a:r>
              <a:t>•   **Operational Inefficiencies**: Suboptimal processes leading to increased costs and slower time-to-market.</a:t>
            </a:r>
            <a:br/>
            <a:r>
              <a:t>•   **Regulatory Complexity**: Navigating a dynamic and often stringent regulatory landscape.</a:t>
            </a:r>
            <a:br/>
            <a:r>
              <a:t>•   **Data Overload &amp; Underutilization**: Abundance of data without effective tools or strategies for actionable insights.</a:t>
            </a:r>
            <a:endParaRPr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r>
              <a:t>•   Achieve sustainable double-digit revenue growth in key strategic areas.</a:t>
            </a:r>
            <a:br/>
            <a:r>
              <a:t>•   Enhance operational efficiency, reducing costs by 15-20% across core functions.</a:t>
            </a:r>
            <a:br/>
            <a:r>
              <a:t>•   Elevate customer satisfaction scores by at least 25% through improved digital channels.</a:t>
            </a:r>
            <a:br/>
            <a:r>
              <a:t>•   Foster an innovation culture, launching 2-3 new high-impact initiatives annually.</a:t>
            </a:r>
            <a:br/>
            <a:r>
              <a:t>•   Strengthen organizational agility to adapt rapidly to market shifts and competitive threats.</a:t>
            </a: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Discovery &amp; Diagnostic</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Strategy &amp; Design</a:t>
            </a:r>
            <a:endParaRPr dirty="0"/>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Implementation &amp; Sustainment</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a structured, phased methodology designed to deliver impactful and sustainable results. It combines rigorous analysis with collaborative engagement, ensuring solutions are deeply aligned with your organizational context and strategic ambitions. This insight-led journey emphasizes iterative development and continuous value delivery.</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Conduct comprehensive market and competitive analysis.</a:t>
            </a:r>
            <a:br/>
            <a:r>
              <a:t>•   Assess current state capabilities, processes, and technology infrastructure.</a:t>
            </a:r>
            <a:br/>
            <a:r>
              <a:t>•   Engage key stakeholders through interviews and workshops to define objectives.</a:t>
            </a:r>
            <a:br/>
            <a:r>
              <a:t>•   Identify critical pain points, untapped opportunities, and key performance drivers.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Develop detailed strategic frameworks and initiatives.</a:t>
            </a:r>
            <a:br/>
            <a:r>
              <a:t>•   Design target operating models and organizational structures.</a:t>
            </a:r>
            <a:br/>
            <a:r>
              <a:t>•   Pilot new solutions and test hypotheses in controlled environments.</a:t>
            </a:r>
            <a:br/>
            <a:r>
              <a:t>•   Build business cases and define implementation roadmaps.</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Oversee full-scale implementation of strategic initiatives.</a:t>
            </a:r>
            <a:br/>
            <a:r>
              <a:t>•   Monitor performance against key metrics and adjust as needed.</a:t>
            </a:r>
            <a:br/>
            <a:r>
              <a:t>•   Provide ongoing change management and capability transfer support.</a:t>
            </a:r>
            <a:br/>
            <a:r>
              <a:t>•   Establish mechanisms for continuous improvement and sustainable value creation.</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**Growth Strategy Development**: Defining new market entry, product innovation, and customer acquisition strategies.</a:t>
            </a:r>
            <a:br/>
            <a:r>
              <a:t>•   **Portfolio Optimization**: Evaluating existing business units and offerings to prioritize investments and divestments.</a:t>
            </a:r>
            <a:br/>
            <a:r>
              <a:t>•   **Competitive Intelligence**: Providing deep-dive analysis of market trends, competitor moves, and emerging threats.</a:t>
            </a:r>
            <a:br/>
            <a:r>
              <a:t>•   **M&amp;A Advisory**: Identifying strategic targets, conducting due diligence, and supporting integration planning.</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**Target Operating Model Design**: Developing future-state organizational structures, processes, and governance frameworks.</a:t>
            </a:r>
            <a:br/>
            <a:r>
              <a:t>•   **Digital &amp; Technology Strategy**: Crafting roadmaps for technology adoption, platform modernization, and data analytics capabilities.</a:t>
            </a:r>
            <a:br/>
            <a:r>
              <a:t>•   **Performance Management Frameworks**: Establishing KPIs, dashboards, and reporting mechanisms to track strategic progress.</a:t>
            </a:r>
            <a:br/>
            <a:r>
              <a:t>•   **Change Management &amp; Adoption**: Designing programs to ensure smooth transition and high user adoption of new systems and processes.</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**Strategic Coaching**: Providing C-suite and leadership teams with ongoing guidance on market dynamics and strategic adjustments.</a:t>
            </a:r>
            <a:br/>
            <a:r>
              <a:t>•   **Program Management Office (PMO) Support**: Assisting in the oversight and coordination of complex strategic initiatives.</a:t>
            </a:r>
            <a:br/>
            <a:r>
              <a:t>•   **Ad-hoc Advisory**: Offering expert consultation on emergent challenges and opportunities as they arise.</a:t>
            </a:r>
            <a:br/>
            <a:r>
              <a:t>•   **Capability Building Workshops**: Conducting training sessions to upskill internal teams in strategic planning and execution.</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Growth &amp; Market Expansion</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Operational Excellence &amp; Efficiency</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Comprehensive market opportunity assessment reports.</a:t>
            </a:r>
            <a:br/>
            <a:r>
              <a:t>•   Prioritized list of strategic growth initiatives with business cases.</a:t>
            </a:r>
            <a:br/>
            <a:r>
              <a:t>•   New product/service concept development and validation.</a:t>
            </a:r>
            <a:br/>
            <a:r>
              <a:t>•   Detailed market entry strategies and execution plans.</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Detailed process maps for critical business functions.</a:t>
            </a:r>
            <a:br/>
            <a:r>
              <a:t>•   Recommendations for technology stack optimization and integration.</a:t>
            </a:r>
            <a:br/>
            <a:r>
              <a:t>•   Defined metrics for operational efficiency gains and cost reduction.</a:t>
            </a:r>
            <a:br/>
            <a:r>
              <a:t>•   Implementation plan for process automation and workflow improvements.</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Organizational Alignment &amp; Talent Development</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Digital Transformation &amp; Innovation</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Digital maturity assessment and strategic roadmap.</a:t>
            </a:r>
            <a:br/>
            <a:r>
              <a:t>•   Selection criteria and vendor recommendations for key technologies.</a:t>
            </a:r>
            <a:br/>
            <a:r>
              <a:t>•   Prototyping and proof-of-concept for innovative solutions.</a:t>
            </a:r>
            <a:br/>
            <a:r>
              <a:t>•   Framework for fostering a culture of continuous innovation.</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Future-state organizational design blueprints.</a:t>
            </a:r>
            <a:br/>
            <a:r>
              <a:t>•   Role definitions and competency frameworks.</a:t>
            </a:r>
            <a:br/>
            <a:r>
              <a:t>•   Change management communication plans and stakeholder engagement strategies.</a:t>
            </a:r>
            <a:br/>
            <a:r>
              <a:t>•   Customized training programs and workshops for talent upskilling.</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