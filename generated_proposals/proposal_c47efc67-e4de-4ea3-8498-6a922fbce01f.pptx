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11A_A187FA2C.xml" ContentType="application/vnd.ms-powerpoint.comments+xml"/>
  <Override PartName="/ppt/comments/modernComment_134_844B3DA2.xml" ContentType="application/vnd.ms-powerpoint.comments+xml"/>
  <Override PartName="/ppt/comments/modernComment_135_C4FCC28.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09" r:id="rId22"/>
    <p:sldId id="312" r:id="rId23"/>
    <p:sldId id="294" r:id="rId24"/>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5A0C8-346C-4198-AF97-7528E23831A4}" v="26" dt="2025-11-10T12:01:22.1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32" autoAdjust="0"/>
    <p:restoredTop sz="94596"/>
  </p:normalViewPr>
  <p:slideViewPr>
    <p:cSldViewPr snapToGrid="0">
      <p:cViewPr varScale="1">
        <p:scale>
          <a:sx n="80" d="100"/>
          <a:sy n="80" d="100"/>
        </p:scale>
        <p:origin x="8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5/10/relationships/revisionInfo" Target="revisionInfo.xml"/><Relationship Id="rId3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lavi Khajuria" userId="a9b717a9-a6a4-430c-9673-0d3d9754a838" providerId="ADAL" clId="{251A7961-4882-4F9E-81E1-00826DDD5DBC}"/>
    <pc:docChg chg="undo redo custSel addSld delSld modSld">
      <pc:chgData name="Pallavi Khajuria" userId="a9b717a9-a6a4-430c-9673-0d3d9754a838" providerId="ADAL" clId="{251A7961-4882-4F9E-81E1-00826DDD5DBC}" dt="2025-11-10T12:01:22.105" v="441"/>
      <pc:docMkLst>
        <pc:docMk/>
      </pc:docMkLst>
      <pc:sldChg chg="modSp mod">
        <pc:chgData name="Pallavi Khajuria" userId="a9b717a9-a6a4-430c-9673-0d3d9754a838" providerId="ADAL" clId="{251A7961-4882-4F9E-81E1-00826DDD5DBC}" dt="2025-11-10T11:11:11.684" v="64" actId="20577"/>
        <pc:sldMkLst>
          <pc:docMk/>
          <pc:sldMk cId="1773422724" sldId="261"/>
        </pc:sldMkLst>
        <pc:spChg chg="mod">
          <ac:chgData name="Pallavi Khajuria" userId="a9b717a9-a6a4-430c-9673-0d3d9754a838" providerId="ADAL" clId="{251A7961-4882-4F9E-81E1-00826DDD5DBC}" dt="2025-11-10T11:11:11.684" v="64" actId="20577"/>
          <ac:spMkLst>
            <pc:docMk/>
            <pc:sldMk cId="1773422724" sldId="261"/>
            <ac:spMk id="2" creationId="{6C7BAEFF-18C6-2C57-F6D8-DA60A617955B}"/>
          </ac:spMkLst>
        </pc:spChg>
        <pc:spChg chg="mod">
          <ac:chgData name="Pallavi Khajuria" userId="a9b717a9-a6a4-430c-9673-0d3d9754a838" providerId="ADAL" clId="{251A7961-4882-4F9E-81E1-00826DDD5DBC}" dt="2025-11-10T11:09:54.509" v="59" actId="1076"/>
          <ac:spMkLst>
            <pc:docMk/>
            <pc:sldMk cId="1773422724" sldId="261"/>
            <ac:spMk id="3" creationId="{15512898-28DC-4FA8-3D8D-BE9CA956A398}"/>
          </ac:spMkLst>
        </pc:spChg>
        <pc:spChg chg="mod">
          <ac:chgData name="Pallavi Khajuria" userId="a9b717a9-a6a4-430c-9673-0d3d9754a838" providerId="ADAL" clId="{251A7961-4882-4F9E-81E1-00826DDD5DBC}" dt="2025-11-10T11:05:39.608" v="29" actId="1076"/>
          <ac:spMkLst>
            <pc:docMk/>
            <pc:sldMk cId="1773422724" sldId="261"/>
            <ac:spMk id="4" creationId="{54D84B09-EA48-A07A-61BE-CC46E8F2A0C4}"/>
          </ac:spMkLst>
        </pc:spChg>
      </pc:sldChg>
      <pc:sldChg chg="addSp delSp modSp mod">
        <pc:chgData name="Pallavi Khajuria" userId="a9b717a9-a6a4-430c-9673-0d3d9754a838" providerId="ADAL" clId="{251A7961-4882-4F9E-81E1-00826DDD5DBC}" dt="2025-11-10T12:00:48.665" v="428"/>
        <pc:sldMkLst>
          <pc:docMk/>
          <pc:sldMk cId="1740471602" sldId="268"/>
        </pc:sldMkLst>
        <pc:spChg chg="add mod">
          <ac:chgData name="Pallavi Khajuria" userId="a9b717a9-a6a4-430c-9673-0d3d9754a838" providerId="ADAL" clId="{251A7961-4882-4F9E-81E1-00826DDD5DBC}" dt="2025-11-10T12:00:48.665" v="428"/>
          <ac:spMkLst>
            <pc:docMk/>
            <pc:sldMk cId="1740471602" sldId="268"/>
            <ac:spMk id="2" creationId="{0304D152-BA33-F0F1-48FF-801A9B032E6B}"/>
          </ac:spMkLst>
        </pc:spChg>
        <pc:spChg chg="del mod">
          <ac:chgData name="Pallavi Khajuria" userId="a9b717a9-a6a4-430c-9673-0d3d9754a838" providerId="ADAL" clId="{251A7961-4882-4F9E-81E1-00826DDD5DBC}" dt="2025-11-10T11:19:10.821" v="71" actId="478"/>
          <ac:spMkLst>
            <pc:docMk/>
            <pc:sldMk cId="1740471602" sldId="268"/>
            <ac:spMk id="3" creationId="{11961488-95D6-B698-8721-89C4CBA1C5A0}"/>
          </ac:spMkLst>
        </pc:spChg>
      </pc:sldChg>
      <pc:sldChg chg="addSp delSp modSp mod">
        <pc:chgData name="Pallavi Khajuria" userId="a9b717a9-a6a4-430c-9673-0d3d9754a838" providerId="ADAL" clId="{251A7961-4882-4F9E-81E1-00826DDD5DBC}" dt="2025-11-10T12:00:46.636" v="427"/>
        <pc:sldMkLst>
          <pc:docMk/>
          <pc:sldMk cId="3854924663" sldId="271"/>
        </pc:sldMkLst>
        <pc:spChg chg="add mod">
          <ac:chgData name="Pallavi Khajuria" userId="a9b717a9-a6a4-430c-9673-0d3d9754a838" providerId="ADAL" clId="{251A7961-4882-4F9E-81E1-00826DDD5DBC}" dt="2025-11-10T12:00:46.636" v="427"/>
          <ac:spMkLst>
            <pc:docMk/>
            <pc:sldMk cId="3854924663" sldId="271"/>
            <ac:spMk id="2" creationId="{70F94601-D300-9A60-36F3-043D3C2A1970}"/>
          </ac:spMkLst>
        </pc:spChg>
        <pc:spChg chg="del mod">
          <ac:chgData name="Pallavi Khajuria" userId="a9b717a9-a6a4-430c-9673-0d3d9754a838" providerId="ADAL" clId="{251A7961-4882-4F9E-81E1-00826DDD5DBC}" dt="2025-11-10T11:19:15.453" v="72" actId="478"/>
          <ac:spMkLst>
            <pc:docMk/>
            <pc:sldMk cId="3854924663" sldId="271"/>
            <ac:spMk id="6" creationId="{B6156875-049A-B4D3-53F7-305BD0E7E387}"/>
          </ac:spMkLst>
        </pc:spChg>
      </pc:sldChg>
      <pc:sldChg chg="addSp delSp modSp mod">
        <pc:chgData name="Pallavi Khajuria" userId="a9b717a9-a6a4-430c-9673-0d3d9754a838" providerId="ADAL" clId="{251A7961-4882-4F9E-81E1-00826DDD5DBC}" dt="2025-11-10T12:00:41.607" v="425"/>
        <pc:sldMkLst>
          <pc:docMk/>
          <pc:sldMk cId="276852904" sldId="273"/>
        </pc:sldMkLst>
        <pc:spChg chg="add mod">
          <ac:chgData name="Pallavi Khajuria" userId="a9b717a9-a6a4-430c-9673-0d3d9754a838" providerId="ADAL" clId="{251A7961-4882-4F9E-81E1-00826DDD5DBC}" dt="2025-11-10T12:00:41.607" v="425"/>
          <ac:spMkLst>
            <pc:docMk/>
            <pc:sldMk cId="276852904" sldId="273"/>
            <ac:spMk id="2" creationId="{1180B436-073C-1FE1-74B5-603168612A49}"/>
          </ac:spMkLst>
        </pc:spChg>
        <pc:spChg chg="add del mod">
          <ac:chgData name="Pallavi Khajuria" userId="a9b717a9-a6a4-430c-9673-0d3d9754a838" providerId="ADAL" clId="{251A7961-4882-4F9E-81E1-00826DDD5DBC}" dt="2025-11-10T11:11:05.011" v="63" actId="478"/>
          <ac:spMkLst>
            <pc:docMk/>
            <pc:sldMk cId="276852904" sldId="273"/>
            <ac:spMk id="7" creationId="{57C87B2F-DF80-D661-A17F-88481402E049}"/>
          </ac:spMkLst>
        </pc:spChg>
        <pc:spChg chg="mod">
          <ac:chgData name="Pallavi Khajuria" userId="a9b717a9-a6a4-430c-9673-0d3d9754a838" providerId="ADAL" clId="{251A7961-4882-4F9E-81E1-00826DDD5DBC}" dt="2025-11-10T11:10:30.032" v="61" actId="21"/>
          <ac:spMkLst>
            <pc:docMk/>
            <pc:sldMk cId="276852904" sldId="273"/>
            <ac:spMk id="10" creationId="{6335B335-9496-5AD8-46B0-D3A7D1D73B7D}"/>
          </ac:spMkLst>
        </pc:spChg>
      </pc:sldChg>
      <pc:sldChg chg="addSp delSp modSp mod">
        <pc:chgData name="Pallavi Khajuria" userId="a9b717a9-a6a4-430c-9673-0d3d9754a838" providerId="ADAL" clId="{251A7961-4882-4F9E-81E1-00826DDD5DBC}" dt="2025-11-10T12:00:50.314" v="429"/>
        <pc:sldMkLst>
          <pc:docMk/>
          <pc:sldMk cId="1816921805" sldId="275"/>
        </pc:sldMkLst>
        <pc:spChg chg="del mod">
          <ac:chgData name="Pallavi Khajuria" userId="a9b717a9-a6a4-430c-9673-0d3d9754a838" providerId="ADAL" clId="{251A7961-4882-4F9E-81E1-00826DDD5DBC}" dt="2025-11-10T11:19:22.714" v="74" actId="478"/>
          <ac:spMkLst>
            <pc:docMk/>
            <pc:sldMk cId="1816921805" sldId="275"/>
            <ac:spMk id="2" creationId="{757D5BDF-F6F0-C14D-C9F7-07646F16A25C}"/>
          </ac:spMkLst>
        </pc:spChg>
        <pc:spChg chg="add mod">
          <ac:chgData name="Pallavi Khajuria" userId="a9b717a9-a6a4-430c-9673-0d3d9754a838" providerId="ADAL" clId="{251A7961-4882-4F9E-81E1-00826DDD5DBC}" dt="2025-11-10T12:00:50.314" v="429"/>
          <ac:spMkLst>
            <pc:docMk/>
            <pc:sldMk cId="1816921805" sldId="275"/>
            <ac:spMk id="3" creationId="{A82FBC88-82DB-42DA-D37F-0FCFBA8AD103}"/>
          </ac:spMkLst>
        </pc:spChg>
      </pc:sldChg>
      <pc:sldChg chg="addSp delSp modSp mod">
        <pc:chgData name="Pallavi Khajuria" userId="a9b717a9-a6a4-430c-9673-0d3d9754a838" providerId="ADAL" clId="{251A7961-4882-4F9E-81E1-00826DDD5DBC}" dt="2025-11-10T12:01:03.662" v="436"/>
        <pc:sldMkLst>
          <pc:docMk/>
          <pc:sldMk cId="1396447582" sldId="277"/>
        </pc:sldMkLst>
        <pc:spChg chg="mod">
          <ac:chgData name="Pallavi Khajuria" userId="a9b717a9-a6a4-430c-9673-0d3d9754a838" providerId="ADAL" clId="{251A7961-4882-4F9E-81E1-00826DDD5DBC}" dt="2025-11-10T11:28:00.721" v="93" actId="20577"/>
          <ac:spMkLst>
            <pc:docMk/>
            <pc:sldMk cId="1396447582" sldId="277"/>
            <ac:spMk id="2" creationId="{7BB5F4F5-A561-A2BF-50AD-2135E2BD4A6A}"/>
          </ac:spMkLst>
        </pc:spChg>
        <pc:spChg chg="mod">
          <ac:chgData name="Pallavi Khajuria" userId="a9b717a9-a6a4-430c-9673-0d3d9754a838" providerId="ADAL" clId="{251A7961-4882-4F9E-81E1-00826DDD5DBC}" dt="2025-11-10T11:28:03.840" v="94" actId="20577"/>
          <ac:spMkLst>
            <pc:docMk/>
            <pc:sldMk cId="1396447582" sldId="277"/>
            <ac:spMk id="3" creationId="{79C84FDE-81DE-1361-1FBF-9AB8614A6D28}"/>
          </ac:spMkLst>
        </pc:spChg>
        <pc:spChg chg="mod">
          <ac:chgData name="Pallavi Khajuria" userId="a9b717a9-a6a4-430c-9673-0d3d9754a838" providerId="ADAL" clId="{251A7961-4882-4F9E-81E1-00826DDD5DBC}" dt="2025-11-10T11:28:10.155" v="96" actId="20577"/>
          <ac:spMkLst>
            <pc:docMk/>
            <pc:sldMk cId="1396447582" sldId="277"/>
            <ac:spMk id="4" creationId="{A88DB71A-D56C-4634-2BEE-CCCF3CB0F3E7}"/>
          </ac:spMkLst>
        </pc:spChg>
        <pc:spChg chg="del">
          <ac:chgData name="Pallavi Khajuria" userId="a9b717a9-a6a4-430c-9673-0d3d9754a838" providerId="ADAL" clId="{251A7961-4882-4F9E-81E1-00826DDD5DBC}" dt="2025-11-10T11:25:46.654" v="90" actId="478"/>
          <ac:spMkLst>
            <pc:docMk/>
            <pc:sldMk cId="1396447582" sldId="277"/>
            <ac:spMk id="5" creationId="{8FA2B29A-4432-0D3E-44A7-E337C2CE6A10}"/>
          </ac:spMkLst>
        </pc:spChg>
        <pc:spChg chg="add mod">
          <ac:chgData name="Pallavi Khajuria" userId="a9b717a9-a6a4-430c-9673-0d3d9754a838" providerId="ADAL" clId="{251A7961-4882-4F9E-81E1-00826DDD5DBC}" dt="2025-11-10T12:01:03.662" v="436"/>
          <ac:spMkLst>
            <pc:docMk/>
            <pc:sldMk cId="1396447582" sldId="277"/>
            <ac:spMk id="6" creationId="{2D0E21F0-A1CC-72EB-D88E-A42FCE0E424D}"/>
          </ac:spMkLst>
        </pc:spChg>
      </pc:sldChg>
      <pc:sldChg chg="addSp delSp modSp mod">
        <pc:chgData name="Pallavi Khajuria" userId="a9b717a9-a6a4-430c-9673-0d3d9754a838" providerId="ADAL" clId="{251A7961-4882-4F9E-81E1-00826DDD5DBC}" dt="2025-11-10T12:00:52" v="430"/>
        <pc:sldMkLst>
          <pc:docMk/>
          <pc:sldMk cId="2886452166" sldId="278"/>
        </pc:sldMkLst>
        <pc:spChg chg="del mod">
          <ac:chgData name="Pallavi Khajuria" userId="a9b717a9-a6a4-430c-9673-0d3d9754a838" providerId="ADAL" clId="{251A7961-4882-4F9E-81E1-00826DDD5DBC}" dt="2025-11-10T11:19:29.878" v="76" actId="478"/>
          <ac:spMkLst>
            <pc:docMk/>
            <pc:sldMk cId="2886452166" sldId="278"/>
            <ac:spMk id="2" creationId="{556A9468-BC48-6B97-9AEA-37BEA1C7D98B}"/>
          </ac:spMkLst>
        </pc:spChg>
        <pc:spChg chg="add mod">
          <ac:chgData name="Pallavi Khajuria" userId="a9b717a9-a6a4-430c-9673-0d3d9754a838" providerId="ADAL" clId="{251A7961-4882-4F9E-81E1-00826DDD5DBC}" dt="2025-11-10T12:00:52" v="430"/>
          <ac:spMkLst>
            <pc:docMk/>
            <pc:sldMk cId="2886452166" sldId="278"/>
            <ac:spMk id="3" creationId="{B8E8124F-0E3B-E031-2C5D-7265461893A0}"/>
          </ac:spMkLst>
        </pc:spChg>
      </pc:sldChg>
      <pc:sldChg chg="addSp delSp modSp mod">
        <pc:chgData name="Pallavi Khajuria" userId="a9b717a9-a6a4-430c-9673-0d3d9754a838" providerId="ADAL" clId="{251A7961-4882-4F9E-81E1-00826DDD5DBC}" dt="2025-11-10T12:01:05.221" v="437"/>
        <pc:sldMkLst>
          <pc:docMk/>
          <pc:sldMk cId="2710043180" sldId="282"/>
        </pc:sldMkLst>
        <pc:spChg chg="add mod">
          <ac:chgData name="Pallavi Khajuria" userId="a9b717a9-a6a4-430c-9673-0d3d9754a838" providerId="ADAL" clId="{251A7961-4882-4F9E-81E1-00826DDD5DBC}" dt="2025-11-10T12:01:05.221" v="437"/>
          <ac:spMkLst>
            <pc:docMk/>
            <pc:sldMk cId="2710043180" sldId="282"/>
            <ac:spMk id="2" creationId="{3BAF4667-BBC8-FCF0-9CCF-304ECC450F66}"/>
          </ac:spMkLst>
        </pc:spChg>
        <pc:spChg chg="mod">
          <ac:chgData name="Pallavi Khajuria" userId="a9b717a9-a6a4-430c-9673-0d3d9754a838" providerId="ADAL" clId="{251A7961-4882-4F9E-81E1-00826DDD5DBC}" dt="2025-11-10T11:28:42.343" v="115" actId="20577"/>
          <ac:spMkLst>
            <pc:docMk/>
            <pc:sldMk cId="2710043180" sldId="282"/>
            <ac:spMk id="3" creationId="{A3F4BD2E-E227-A41F-33BD-EF5E3E53F344}"/>
          </ac:spMkLst>
        </pc:spChg>
        <pc:spChg chg="mod">
          <ac:chgData name="Pallavi Khajuria" userId="a9b717a9-a6a4-430c-9673-0d3d9754a838" providerId="ADAL" clId="{251A7961-4882-4F9E-81E1-00826DDD5DBC}" dt="2025-11-10T11:29:46.428" v="151" actId="20577"/>
          <ac:spMkLst>
            <pc:docMk/>
            <pc:sldMk cId="2710043180" sldId="282"/>
            <ac:spMk id="9" creationId="{DFBC7929-B570-8AB1-9208-301A6F237D7F}"/>
          </ac:spMkLst>
        </pc:spChg>
        <pc:spChg chg="mod">
          <ac:chgData name="Pallavi Khajuria" userId="a9b717a9-a6a4-430c-9673-0d3d9754a838" providerId="ADAL" clId="{251A7961-4882-4F9E-81E1-00826DDD5DBC}" dt="2025-11-10T11:31:39.504" v="198" actId="33524"/>
          <ac:spMkLst>
            <pc:docMk/>
            <pc:sldMk cId="2710043180" sldId="282"/>
            <ac:spMk id="10" creationId="{FEF43109-D1B4-7C50-7776-0FFB5C5664F9}"/>
          </ac:spMkLst>
        </pc:spChg>
        <pc:spChg chg="mod">
          <ac:chgData name="Pallavi Khajuria" userId="a9b717a9-a6a4-430c-9673-0d3d9754a838" providerId="ADAL" clId="{251A7961-4882-4F9E-81E1-00826DDD5DBC}" dt="2025-11-10T11:29:49.401" v="152" actId="20577"/>
          <ac:spMkLst>
            <pc:docMk/>
            <pc:sldMk cId="2710043180" sldId="282"/>
            <ac:spMk id="14" creationId="{F68783C2-B190-F13A-AE22-9AFA09E4C25B}"/>
          </ac:spMkLst>
        </pc:spChg>
        <pc:spChg chg="mod">
          <ac:chgData name="Pallavi Khajuria" userId="a9b717a9-a6a4-430c-9673-0d3d9754a838" providerId="ADAL" clId="{251A7961-4882-4F9E-81E1-00826DDD5DBC}" dt="2025-11-10T11:29:51.544" v="153" actId="20577"/>
          <ac:spMkLst>
            <pc:docMk/>
            <pc:sldMk cId="2710043180" sldId="282"/>
            <ac:spMk id="15" creationId="{9CAA5706-E44C-CB8B-FD39-98E004E80F83}"/>
          </ac:spMkLst>
        </pc:spChg>
        <pc:spChg chg="del mod">
          <ac:chgData name="Pallavi Khajuria" userId="a9b717a9-a6a4-430c-9673-0d3d9754a838" providerId="ADAL" clId="{251A7961-4882-4F9E-81E1-00826DDD5DBC}" dt="2025-11-10T11:31:06.892" v="159"/>
          <ac:spMkLst>
            <pc:docMk/>
            <pc:sldMk cId="2710043180" sldId="282"/>
            <ac:spMk id="16" creationId="{57F66B3A-6E85-76E5-969C-2EB0FBBE06DF}"/>
          </ac:spMkLst>
        </pc:spChg>
        <pc:spChg chg="mod">
          <ac:chgData name="Pallavi Khajuria" userId="a9b717a9-a6a4-430c-9673-0d3d9754a838" providerId="ADAL" clId="{251A7961-4882-4F9E-81E1-00826DDD5DBC}" dt="2025-11-10T11:31:03.368" v="156" actId="20577"/>
          <ac:spMkLst>
            <pc:docMk/>
            <pc:sldMk cId="2710043180" sldId="282"/>
            <ac:spMk id="17" creationId="{5F3959F4-1E64-2DBA-2783-E5ABDE1E2D02}"/>
          </ac:spMkLst>
        </pc:spChg>
        <pc:spChg chg="del mod">
          <ac:chgData name="Pallavi Khajuria" userId="a9b717a9-a6a4-430c-9673-0d3d9754a838" providerId="ADAL" clId="{251A7961-4882-4F9E-81E1-00826DDD5DBC}" dt="2025-11-10T11:31:06.896" v="161"/>
          <ac:spMkLst>
            <pc:docMk/>
            <pc:sldMk cId="2710043180" sldId="282"/>
            <ac:spMk id="19" creationId="{70D0FDED-8B28-54FA-D25D-743954B40474}"/>
          </ac:spMkLst>
        </pc:spChg>
      </pc:sldChg>
      <pc:sldChg chg="delSp del mod">
        <pc:chgData name="Pallavi Khajuria" userId="a9b717a9-a6a4-430c-9673-0d3d9754a838" providerId="ADAL" clId="{251A7961-4882-4F9E-81E1-00826DDD5DBC}" dt="2025-11-10T12:00:08.708" v="420" actId="47"/>
        <pc:sldMkLst>
          <pc:docMk/>
          <pc:sldMk cId="1822323106" sldId="290"/>
        </pc:sldMkLst>
        <pc:spChg chg="del">
          <ac:chgData name="Pallavi Khajuria" userId="a9b717a9-a6a4-430c-9673-0d3d9754a838" providerId="ADAL" clId="{251A7961-4882-4F9E-81E1-00826DDD5DBC}" dt="2025-11-10T11:59:45.300" v="419" actId="478"/>
          <ac:spMkLst>
            <pc:docMk/>
            <pc:sldMk cId="1822323106" sldId="290"/>
            <ac:spMk id="3" creationId="{D9801C6B-5D80-8825-00C9-842D9B85733C}"/>
          </ac:spMkLst>
        </pc:spChg>
      </pc:sldChg>
      <pc:sldChg chg="del">
        <pc:chgData name="Pallavi Khajuria" userId="a9b717a9-a6a4-430c-9673-0d3d9754a838" providerId="ADAL" clId="{251A7961-4882-4F9E-81E1-00826DDD5DBC}" dt="2025-11-10T12:00:10.180" v="421" actId="47"/>
        <pc:sldMkLst>
          <pc:docMk/>
          <pc:sldMk cId="2596717233" sldId="291"/>
        </pc:sldMkLst>
      </pc:sldChg>
      <pc:sldChg chg="delSp mod">
        <pc:chgData name="Pallavi Khajuria" userId="a9b717a9-a6a4-430c-9673-0d3d9754a838" providerId="ADAL" clId="{251A7961-4882-4F9E-81E1-00826DDD5DBC}" dt="2025-11-10T12:00:26.466" v="424" actId="478"/>
        <pc:sldMkLst>
          <pc:docMk/>
          <pc:sldMk cId="1873388134" sldId="294"/>
        </pc:sldMkLst>
        <pc:spChg chg="del">
          <ac:chgData name="Pallavi Khajuria" userId="a9b717a9-a6a4-430c-9673-0d3d9754a838" providerId="ADAL" clId="{251A7961-4882-4F9E-81E1-00826DDD5DBC}" dt="2025-11-10T12:00:26.466" v="424" actId="478"/>
          <ac:spMkLst>
            <pc:docMk/>
            <pc:sldMk cId="1873388134" sldId="294"/>
            <ac:spMk id="2" creationId="{60262BF2-59AF-D0FD-90D8-D2416546406F}"/>
          </ac:spMkLst>
        </pc:spChg>
      </pc:sldChg>
      <pc:sldChg chg="addSp delSp modSp mod">
        <pc:chgData name="Pallavi Khajuria" userId="a9b717a9-a6a4-430c-9673-0d3d9754a838" providerId="ADAL" clId="{251A7961-4882-4F9E-81E1-00826DDD5DBC}" dt="2025-11-10T12:00:53.556" v="431"/>
        <pc:sldMkLst>
          <pc:docMk/>
          <pc:sldMk cId="3318657826" sldId="295"/>
        </pc:sldMkLst>
        <pc:spChg chg="del mod">
          <ac:chgData name="Pallavi Khajuria" userId="a9b717a9-a6a4-430c-9673-0d3d9754a838" providerId="ADAL" clId="{251A7961-4882-4F9E-81E1-00826DDD5DBC}" dt="2025-11-10T11:19:35.925" v="78" actId="478"/>
          <ac:spMkLst>
            <pc:docMk/>
            <pc:sldMk cId="3318657826" sldId="295"/>
            <ac:spMk id="2" creationId="{07B4D0D4-5EF5-1633-486D-6FE06F75ED70}"/>
          </ac:spMkLst>
        </pc:spChg>
        <pc:spChg chg="add mod">
          <ac:chgData name="Pallavi Khajuria" userId="a9b717a9-a6a4-430c-9673-0d3d9754a838" providerId="ADAL" clId="{251A7961-4882-4F9E-81E1-00826DDD5DBC}" dt="2025-11-10T12:00:53.556" v="431"/>
          <ac:spMkLst>
            <pc:docMk/>
            <pc:sldMk cId="3318657826" sldId="295"/>
            <ac:spMk id="3" creationId="{CBDD09F1-AC85-E6BB-E077-FB0F9A53AC1D}"/>
          </ac:spMkLst>
        </pc:spChg>
      </pc:sldChg>
      <pc:sldChg chg="addSp delSp modSp mod">
        <pc:chgData name="Pallavi Khajuria" userId="a9b717a9-a6a4-430c-9673-0d3d9754a838" providerId="ADAL" clId="{251A7961-4882-4F9E-81E1-00826DDD5DBC}" dt="2025-11-10T12:00:55.081" v="432"/>
        <pc:sldMkLst>
          <pc:docMk/>
          <pc:sldMk cId="321937985" sldId="296"/>
        </pc:sldMkLst>
        <pc:spChg chg="del mod">
          <ac:chgData name="Pallavi Khajuria" userId="a9b717a9-a6a4-430c-9673-0d3d9754a838" providerId="ADAL" clId="{251A7961-4882-4F9E-81E1-00826DDD5DBC}" dt="2025-11-10T11:19:42.817" v="80" actId="478"/>
          <ac:spMkLst>
            <pc:docMk/>
            <pc:sldMk cId="321937985" sldId="296"/>
            <ac:spMk id="2" creationId="{528764CB-3FAB-DDE7-F4BD-5276B3C0B783}"/>
          </ac:spMkLst>
        </pc:spChg>
        <pc:spChg chg="add mod">
          <ac:chgData name="Pallavi Khajuria" userId="a9b717a9-a6a4-430c-9673-0d3d9754a838" providerId="ADAL" clId="{251A7961-4882-4F9E-81E1-00826DDD5DBC}" dt="2025-11-10T12:00:55.081" v="432"/>
          <ac:spMkLst>
            <pc:docMk/>
            <pc:sldMk cId="321937985" sldId="296"/>
            <ac:spMk id="3" creationId="{29A68F79-5343-74A9-9547-123447F2F2DF}"/>
          </ac:spMkLst>
        </pc:spChg>
      </pc:sldChg>
      <pc:sldChg chg="addSp delSp modSp mod">
        <pc:chgData name="Pallavi Khajuria" userId="a9b717a9-a6a4-430c-9673-0d3d9754a838" providerId="ADAL" clId="{251A7961-4882-4F9E-81E1-00826DDD5DBC}" dt="2025-11-10T12:00:56.757" v="433"/>
        <pc:sldMkLst>
          <pc:docMk/>
          <pc:sldMk cId="1446093289" sldId="297"/>
        </pc:sldMkLst>
        <pc:spChg chg="del mod">
          <ac:chgData name="Pallavi Khajuria" userId="a9b717a9-a6a4-430c-9673-0d3d9754a838" providerId="ADAL" clId="{251A7961-4882-4F9E-81E1-00826DDD5DBC}" dt="2025-11-10T11:19:49.542" v="82" actId="478"/>
          <ac:spMkLst>
            <pc:docMk/>
            <pc:sldMk cId="1446093289" sldId="297"/>
            <ac:spMk id="2" creationId="{F2DE84B8-9DF3-0FA1-93A5-C74847F7693C}"/>
          </ac:spMkLst>
        </pc:spChg>
        <pc:spChg chg="add mod">
          <ac:chgData name="Pallavi Khajuria" userId="a9b717a9-a6a4-430c-9673-0d3d9754a838" providerId="ADAL" clId="{251A7961-4882-4F9E-81E1-00826DDD5DBC}" dt="2025-11-10T12:00:56.757" v="433"/>
          <ac:spMkLst>
            <pc:docMk/>
            <pc:sldMk cId="1446093289" sldId="297"/>
            <ac:spMk id="3" creationId="{F4361917-790E-8E8D-E566-3BF588980ECA}"/>
          </ac:spMkLst>
        </pc:spChg>
      </pc:sldChg>
      <pc:sldChg chg="addSp delSp modSp mod">
        <pc:chgData name="Pallavi Khajuria" userId="a9b717a9-a6a4-430c-9673-0d3d9754a838" providerId="ADAL" clId="{251A7961-4882-4F9E-81E1-00826DDD5DBC}" dt="2025-11-10T12:00:58.372" v="434"/>
        <pc:sldMkLst>
          <pc:docMk/>
          <pc:sldMk cId="2087480208" sldId="298"/>
        </pc:sldMkLst>
        <pc:spChg chg="del mod">
          <ac:chgData name="Pallavi Khajuria" userId="a9b717a9-a6a4-430c-9673-0d3d9754a838" providerId="ADAL" clId="{251A7961-4882-4F9E-81E1-00826DDD5DBC}" dt="2025-11-10T11:19:55.107" v="84" actId="478"/>
          <ac:spMkLst>
            <pc:docMk/>
            <pc:sldMk cId="2087480208" sldId="298"/>
            <ac:spMk id="2" creationId="{6086E012-5544-1D8E-F347-278E6F99643A}"/>
          </ac:spMkLst>
        </pc:spChg>
        <pc:spChg chg="add mod">
          <ac:chgData name="Pallavi Khajuria" userId="a9b717a9-a6a4-430c-9673-0d3d9754a838" providerId="ADAL" clId="{251A7961-4882-4F9E-81E1-00826DDD5DBC}" dt="2025-11-10T12:00:58.372" v="434"/>
          <ac:spMkLst>
            <pc:docMk/>
            <pc:sldMk cId="2087480208" sldId="298"/>
            <ac:spMk id="3" creationId="{E1ADB767-4E35-0D94-8A50-F35437C2FEED}"/>
          </ac:spMkLst>
        </pc:spChg>
      </pc:sldChg>
      <pc:sldChg chg="addSp delSp modSp mod">
        <pc:chgData name="Pallavi Khajuria" userId="a9b717a9-a6a4-430c-9673-0d3d9754a838" providerId="ADAL" clId="{251A7961-4882-4F9E-81E1-00826DDD5DBC}" dt="2025-11-10T12:01:00.044" v="435"/>
        <pc:sldMkLst>
          <pc:docMk/>
          <pc:sldMk cId="1695090093" sldId="303"/>
        </pc:sldMkLst>
        <pc:spChg chg="del mod">
          <ac:chgData name="Pallavi Khajuria" userId="a9b717a9-a6a4-430c-9673-0d3d9754a838" providerId="ADAL" clId="{251A7961-4882-4F9E-81E1-00826DDD5DBC}" dt="2025-11-10T11:25:29.785" v="89" actId="478"/>
          <ac:spMkLst>
            <pc:docMk/>
            <pc:sldMk cId="1695090093" sldId="303"/>
            <ac:spMk id="2" creationId="{5A663ABD-6D5A-88C2-B2BC-599F77E1AC0D}"/>
          </ac:spMkLst>
        </pc:spChg>
        <pc:spChg chg="del mod">
          <ac:chgData name="Pallavi Khajuria" userId="a9b717a9-a6a4-430c-9673-0d3d9754a838" providerId="ADAL" clId="{251A7961-4882-4F9E-81E1-00826DDD5DBC}" dt="2025-11-10T11:20:02" v="86" actId="478"/>
          <ac:spMkLst>
            <pc:docMk/>
            <pc:sldMk cId="1695090093" sldId="303"/>
            <ac:spMk id="3" creationId="{E41D6D49-DDE3-4475-AAF2-71334F274938}"/>
          </ac:spMkLst>
        </pc:spChg>
        <pc:spChg chg="add mod">
          <ac:chgData name="Pallavi Khajuria" userId="a9b717a9-a6a4-430c-9673-0d3d9754a838" providerId="ADAL" clId="{251A7961-4882-4F9E-81E1-00826DDD5DBC}" dt="2025-11-10T12:01:00.044" v="435"/>
          <ac:spMkLst>
            <pc:docMk/>
            <pc:sldMk cId="1695090093" sldId="303"/>
            <ac:spMk id="4" creationId="{C63F173C-EEBE-AD79-E348-0C4117172AE8}"/>
          </ac:spMkLst>
        </pc:spChg>
      </pc:sldChg>
      <pc:sldChg chg="delSp modSp mod">
        <pc:chgData name="Pallavi Khajuria" userId="a9b717a9-a6a4-430c-9673-0d3d9754a838" providerId="ADAL" clId="{251A7961-4882-4F9E-81E1-00826DDD5DBC}" dt="2025-11-10T11:44:11.411" v="200" actId="478"/>
        <pc:sldMkLst>
          <pc:docMk/>
          <pc:sldMk cId="3090815000" sldId="304"/>
        </pc:sldMkLst>
        <pc:spChg chg="del mod">
          <ac:chgData name="Pallavi Khajuria" userId="a9b717a9-a6a4-430c-9673-0d3d9754a838" providerId="ADAL" clId="{251A7961-4882-4F9E-81E1-00826DDD5DBC}" dt="2025-11-10T11:44:11.411" v="200" actId="478"/>
          <ac:spMkLst>
            <pc:docMk/>
            <pc:sldMk cId="3090815000" sldId="304"/>
            <ac:spMk id="2" creationId="{31AC730E-E441-31F4-69F3-05FCB50A7532}"/>
          </ac:spMkLst>
        </pc:spChg>
      </pc:sldChg>
      <pc:sldChg chg="addSp delSp modSp mod">
        <pc:chgData name="Pallavi Khajuria" userId="a9b717a9-a6a4-430c-9673-0d3d9754a838" providerId="ADAL" clId="{251A7961-4882-4F9E-81E1-00826DDD5DBC}" dt="2025-11-10T12:00:44.497" v="426"/>
        <pc:sldMkLst>
          <pc:docMk/>
          <pc:sldMk cId="2336992914" sldId="305"/>
        </pc:sldMkLst>
        <pc:spChg chg="add mod">
          <ac:chgData name="Pallavi Khajuria" userId="a9b717a9-a6a4-430c-9673-0d3d9754a838" providerId="ADAL" clId="{251A7961-4882-4F9E-81E1-00826DDD5DBC}" dt="2025-11-10T12:00:44.497" v="426"/>
          <ac:spMkLst>
            <pc:docMk/>
            <pc:sldMk cId="2336992914" sldId="305"/>
            <ac:spMk id="2" creationId="{510509ED-FDFA-9AF0-64A5-B641CF67DE64}"/>
          </ac:spMkLst>
        </pc:spChg>
        <pc:spChg chg="del mod">
          <ac:chgData name="Pallavi Khajuria" userId="a9b717a9-a6a4-430c-9673-0d3d9754a838" providerId="ADAL" clId="{251A7961-4882-4F9E-81E1-00826DDD5DBC}" dt="2025-11-10T11:12:23.894" v="67" actId="478"/>
          <ac:spMkLst>
            <pc:docMk/>
            <pc:sldMk cId="2336992914" sldId="305"/>
            <ac:spMk id="6" creationId="{A8EF223A-D3FC-4344-AC72-3C316D77D9A3}"/>
          </ac:spMkLst>
        </pc:spChg>
        <pc:spChg chg="mod">
          <ac:chgData name="Pallavi Khajuria" userId="a9b717a9-a6a4-430c-9673-0d3d9754a838" providerId="ADAL" clId="{251A7961-4882-4F9E-81E1-00826DDD5DBC}" dt="2025-11-10T11:12:28.167" v="68" actId="20577"/>
          <ac:spMkLst>
            <pc:docMk/>
            <pc:sldMk cId="2336992914" sldId="305"/>
            <ac:spMk id="9" creationId="{4CE3A302-71F3-A505-7068-C326BC33BADD}"/>
          </ac:spMkLst>
        </pc:spChg>
      </pc:sldChg>
      <pc:sldChg chg="addSp modSp mod">
        <pc:chgData name="Pallavi Khajuria" userId="a9b717a9-a6a4-430c-9673-0d3d9754a838" providerId="ADAL" clId="{251A7961-4882-4F9E-81E1-00826DDD5DBC}" dt="2025-11-10T12:01:09.895" v="438"/>
        <pc:sldMkLst>
          <pc:docMk/>
          <pc:sldMk cId="1632127899" sldId="306"/>
        </pc:sldMkLst>
        <pc:spChg chg="mod">
          <ac:chgData name="Pallavi Khajuria" userId="a9b717a9-a6a4-430c-9673-0d3d9754a838" providerId="ADAL" clId="{251A7961-4882-4F9E-81E1-00826DDD5DBC}" dt="2025-11-10T11:48:32.448" v="243" actId="20577"/>
          <ac:spMkLst>
            <pc:docMk/>
            <pc:sldMk cId="1632127899" sldId="306"/>
            <ac:spMk id="2" creationId="{26013913-5321-D93D-18DC-679B11DCBA48}"/>
          </ac:spMkLst>
        </pc:spChg>
        <pc:spChg chg="add mod">
          <ac:chgData name="Pallavi Khajuria" userId="a9b717a9-a6a4-430c-9673-0d3d9754a838" providerId="ADAL" clId="{251A7961-4882-4F9E-81E1-00826DDD5DBC}" dt="2025-11-10T12:01:09.895" v="438"/>
          <ac:spMkLst>
            <pc:docMk/>
            <pc:sldMk cId="1632127899" sldId="306"/>
            <ac:spMk id="3" creationId="{71D706F6-78B4-8187-8249-53FE450C24F8}"/>
          </ac:spMkLst>
        </pc:spChg>
        <pc:spChg chg="mod">
          <ac:chgData name="Pallavi Khajuria" userId="a9b717a9-a6a4-430c-9673-0d3d9754a838" providerId="ADAL" clId="{251A7961-4882-4F9E-81E1-00826DDD5DBC}" dt="2025-11-10T11:47:54.800" v="220" actId="20577"/>
          <ac:spMkLst>
            <pc:docMk/>
            <pc:sldMk cId="1632127899" sldId="306"/>
            <ac:spMk id="4" creationId="{92680D53-D430-E573-E195-D777B3715BA9}"/>
          </ac:spMkLst>
        </pc:spChg>
        <pc:spChg chg="mod">
          <ac:chgData name="Pallavi Khajuria" userId="a9b717a9-a6a4-430c-9673-0d3d9754a838" providerId="ADAL" clId="{251A7961-4882-4F9E-81E1-00826DDD5DBC}" dt="2025-11-10T11:47:40.536" v="214" actId="20577"/>
          <ac:spMkLst>
            <pc:docMk/>
            <pc:sldMk cId="1632127899" sldId="306"/>
            <ac:spMk id="6" creationId="{CCA89EA0-E269-44B2-36DE-06A5BBD705F9}"/>
          </ac:spMkLst>
        </pc:spChg>
        <pc:spChg chg="mod">
          <ac:chgData name="Pallavi Khajuria" userId="a9b717a9-a6a4-430c-9673-0d3d9754a838" providerId="ADAL" clId="{251A7961-4882-4F9E-81E1-00826DDD5DBC}" dt="2025-11-10T11:47:59.001" v="222" actId="27636"/>
          <ac:spMkLst>
            <pc:docMk/>
            <pc:sldMk cId="1632127899" sldId="306"/>
            <ac:spMk id="8" creationId="{2103AB6B-A72F-150F-7BC6-3358D22431D9}"/>
          </ac:spMkLst>
        </pc:spChg>
        <pc:spChg chg="mod">
          <ac:chgData name="Pallavi Khajuria" userId="a9b717a9-a6a4-430c-9673-0d3d9754a838" providerId="ADAL" clId="{251A7961-4882-4F9E-81E1-00826DDD5DBC}" dt="2025-11-10T11:50:48.500" v="348" actId="20577"/>
          <ac:spMkLst>
            <pc:docMk/>
            <pc:sldMk cId="1632127899" sldId="306"/>
            <ac:spMk id="12" creationId="{2DF705CC-6974-7258-485D-3EB82444ABBD}"/>
          </ac:spMkLst>
        </pc:spChg>
        <pc:spChg chg="mod">
          <ac:chgData name="Pallavi Khajuria" userId="a9b717a9-a6a4-430c-9673-0d3d9754a838" providerId="ADAL" clId="{251A7961-4882-4F9E-81E1-00826DDD5DBC}" dt="2025-11-10T11:51:39.042" v="389" actId="20577"/>
          <ac:spMkLst>
            <pc:docMk/>
            <pc:sldMk cId="1632127899" sldId="306"/>
            <ac:spMk id="13" creationId="{53187A2B-B3C3-BD47-812E-C9AF78225BCD}"/>
          </ac:spMkLst>
        </pc:spChg>
        <pc:spChg chg="mod">
          <ac:chgData name="Pallavi Khajuria" userId="a9b717a9-a6a4-430c-9673-0d3d9754a838" providerId="ADAL" clId="{251A7961-4882-4F9E-81E1-00826DDD5DBC}" dt="2025-11-10T11:50:34.973" v="314" actId="20577"/>
          <ac:spMkLst>
            <pc:docMk/>
            <pc:sldMk cId="1632127899" sldId="306"/>
            <ac:spMk id="16" creationId="{46C6D46A-7965-B435-7C14-57F22175C380}"/>
          </ac:spMkLst>
        </pc:spChg>
      </pc:sldChg>
      <pc:sldChg chg="addSp modSp mod">
        <pc:chgData name="Pallavi Khajuria" userId="a9b717a9-a6a4-430c-9673-0d3d9754a838" providerId="ADAL" clId="{251A7961-4882-4F9E-81E1-00826DDD5DBC}" dt="2025-11-10T12:01:12.415" v="439"/>
        <pc:sldMkLst>
          <pc:docMk/>
          <pc:sldMk cId="2219523490" sldId="308"/>
        </pc:sldMkLst>
        <pc:spChg chg="mod">
          <ac:chgData name="Pallavi Khajuria" userId="a9b717a9-a6a4-430c-9673-0d3d9754a838" providerId="ADAL" clId="{251A7961-4882-4F9E-81E1-00826DDD5DBC}" dt="2025-11-10T11:51:57.008" v="392" actId="20577"/>
          <ac:spMkLst>
            <pc:docMk/>
            <pc:sldMk cId="2219523490" sldId="308"/>
            <ac:spMk id="2" creationId="{2CA04B7F-0889-575D-C56A-F0A2DAA5BED3}"/>
          </ac:spMkLst>
        </pc:spChg>
        <pc:spChg chg="add mod">
          <ac:chgData name="Pallavi Khajuria" userId="a9b717a9-a6a4-430c-9673-0d3d9754a838" providerId="ADAL" clId="{251A7961-4882-4F9E-81E1-00826DDD5DBC}" dt="2025-11-10T12:01:12.415" v="439"/>
          <ac:spMkLst>
            <pc:docMk/>
            <pc:sldMk cId="2219523490" sldId="308"/>
            <ac:spMk id="3" creationId="{23DDFFE6-02F5-2FD5-A8F3-82A624B5B06F}"/>
          </ac:spMkLst>
        </pc:spChg>
        <pc:spChg chg="mod">
          <ac:chgData name="Pallavi Khajuria" userId="a9b717a9-a6a4-430c-9673-0d3d9754a838" providerId="ADAL" clId="{251A7961-4882-4F9E-81E1-00826DDD5DBC}" dt="2025-11-10T11:58:59.936" v="404"/>
          <ac:spMkLst>
            <pc:docMk/>
            <pc:sldMk cId="2219523490" sldId="308"/>
            <ac:spMk id="4" creationId="{F41ACD24-4209-A5D8-1097-891D1D5DA49C}"/>
          </ac:spMkLst>
        </pc:spChg>
        <pc:spChg chg="mod">
          <ac:chgData name="Pallavi Khajuria" userId="a9b717a9-a6a4-430c-9673-0d3d9754a838" providerId="ADAL" clId="{251A7961-4882-4F9E-81E1-00826DDD5DBC}" dt="2025-11-10T11:59:06.338" v="409"/>
          <ac:spMkLst>
            <pc:docMk/>
            <pc:sldMk cId="2219523490" sldId="308"/>
            <ac:spMk id="5" creationId="{0129D5FA-8B59-B1A8-3B87-F2F778D1E6E5}"/>
          </ac:spMkLst>
        </pc:spChg>
        <pc:spChg chg="mod">
          <ac:chgData name="Pallavi Khajuria" userId="a9b717a9-a6a4-430c-9673-0d3d9754a838" providerId="ADAL" clId="{251A7961-4882-4F9E-81E1-00826DDD5DBC}" dt="2025-11-10T11:51:47.879" v="390" actId="20577"/>
          <ac:spMkLst>
            <pc:docMk/>
            <pc:sldMk cId="2219523490" sldId="308"/>
            <ac:spMk id="29" creationId="{91E528CC-1DEC-1EC7-A1A6-A2DB81B728AA}"/>
          </ac:spMkLst>
        </pc:spChg>
        <pc:spChg chg="mod">
          <ac:chgData name="Pallavi Khajuria" userId="a9b717a9-a6a4-430c-9673-0d3d9754a838" providerId="ADAL" clId="{251A7961-4882-4F9E-81E1-00826DDD5DBC}" dt="2025-11-10T11:51:52.897" v="391" actId="20577"/>
          <ac:spMkLst>
            <pc:docMk/>
            <pc:sldMk cId="2219523490" sldId="308"/>
            <ac:spMk id="41" creationId="{2374A811-6337-EEA3-6CA1-983BD6A9DA32}"/>
          </ac:spMkLst>
        </pc:spChg>
      </pc:sldChg>
      <pc:sldChg chg="addSp delSp modSp mod">
        <pc:chgData name="Pallavi Khajuria" userId="a9b717a9-a6a4-430c-9673-0d3d9754a838" providerId="ADAL" clId="{251A7961-4882-4F9E-81E1-00826DDD5DBC}" dt="2025-11-10T11:59:21.501" v="417" actId="20577"/>
        <pc:sldMkLst>
          <pc:docMk/>
          <pc:sldMk cId="206556200" sldId="309"/>
        </pc:sldMkLst>
        <pc:spChg chg="mod">
          <ac:chgData name="Pallavi Khajuria" userId="a9b717a9-a6a4-430c-9673-0d3d9754a838" providerId="ADAL" clId="{251A7961-4882-4F9E-81E1-00826DDD5DBC}" dt="2025-11-10T11:58:12.954" v="393" actId="6549"/>
          <ac:spMkLst>
            <pc:docMk/>
            <pc:sldMk cId="206556200" sldId="309"/>
            <ac:spMk id="11" creationId="{4378B34E-EAB7-F8D1-AD02-1CBCD552E977}"/>
          </ac:spMkLst>
        </pc:spChg>
        <pc:spChg chg="mod">
          <ac:chgData name="Pallavi Khajuria" userId="a9b717a9-a6a4-430c-9673-0d3d9754a838" providerId="ADAL" clId="{251A7961-4882-4F9E-81E1-00826DDD5DBC}" dt="2025-11-10T11:58:22.232" v="396" actId="20577"/>
          <ac:spMkLst>
            <pc:docMk/>
            <pc:sldMk cId="206556200" sldId="309"/>
            <ac:spMk id="12" creationId="{69386124-EC2C-4293-F431-CD6463A69F95}"/>
          </ac:spMkLst>
        </pc:spChg>
        <pc:spChg chg="add del mod">
          <ac:chgData name="Pallavi Khajuria" userId="a9b717a9-a6a4-430c-9673-0d3d9754a838" providerId="ADAL" clId="{251A7961-4882-4F9E-81E1-00826DDD5DBC}" dt="2025-11-10T11:59:16.578" v="413" actId="20577"/>
          <ac:spMkLst>
            <pc:docMk/>
            <pc:sldMk cId="206556200" sldId="309"/>
            <ac:spMk id="13" creationId="{72139180-8083-B418-4FEC-002D4F85DDDB}"/>
          </ac:spMkLst>
        </pc:spChg>
        <pc:spChg chg="mod">
          <ac:chgData name="Pallavi Khajuria" userId="a9b717a9-a6a4-430c-9673-0d3d9754a838" providerId="ADAL" clId="{251A7961-4882-4F9E-81E1-00826DDD5DBC}" dt="2025-11-10T11:59:21.501" v="417" actId="20577"/>
          <ac:spMkLst>
            <pc:docMk/>
            <pc:sldMk cId="206556200" sldId="309"/>
            <ac:spMk id="14" creationId="{FA44F50F-174E-BDE9-23CB-65A44E70D000}"/>
          </ac:spMkLst>
        </pc:spChg>
      </pc:sldChg>
      <pc:sldChg chg="del">
        <pc:chgData name="Pallavi Khajuria" userId="a9b717a9-a6a4-430c-9673-0d3d9754a838" providerId="ADAL" clId="{251A7961-4882-4F9E-81E1-00826DDD5DBC}" dt="2025-11-10T11:59:26.360" v="418" actId="47"/>
        <pc:sldMkLst>
          <pc:docMk/>
          <pc:sldMk cId="3370430484" sldId="310"/>
        </pc:sldMkLst>
      </pc:sldChg>
      <pc:sldChg chg="del">
        <pc:chgData name="Pallavi Khajuria" userId="a9b717a9-a6a4-430c-9673-0d3d9754a838" providerId="ADAL" clId="{251A7961-4882-4F9E-81E1-00826DDD5DBC}" dt="2025-11-10T12:00:21.483" v="423" actId="47"/>
        <pc:sldMkLst>
          <pc:docMk/>
          <pc:sldMk cId="3413612536" sldId="311"/>
        </pc:sldMkLst>
      </pc:sldChg>
      <pc:sldChg chg="addSp delSp modSp add mod">
        <pc:chgData name="Pallavi Khajuria" userId="a9b717a9-a6a4-430c-9673-0d3d9754a838" providerId="ADAL" clId="{251A7961-4882-4F9E-81E1-00826DDD5DBC}" dt="2025-11-10T12:01:22.105" v="441"/>
        <pc:sldMkLst>
          <pc:docMk/>
          <pc:sldMk cId="2360998798" sldId="312"/>
        </pc:sldMkLst>
        <pc:spChg chg="add mod">
          <ac:chgData name="Pallavi Khajuria" userId="a9b717a9-a6a4-430c-9673-0d3d9754a838" providerId="ADAL" clId="{251A7961-4882-4F9E-81E1-00826DDD5DBC}" dt="2025-11-10T12:01:22.105" v="441"/>
          <ac:spMkLst>
            <pc:docMk/>
            <pc:sldMk cId="2360998798" sldId="312"/>
            <ac:spMk id="2" creationId="{17313117-93F2-00BB-CA48-6E2DE8395900}"/>
          </ac:spMkLst>
        </pc:spChg>
        <pc:spChg chg="del">
          <ac:chgData name="Pallavi Khajuria" userId="a9b717a9-a6a4-430c-9673-0d3d9754a838" providerId="ADAL" clId="{251A7961-4882-4F9E-81E1-00826DDD5DBC}" dt="2025-11-10T12:01:21.249" v="440" actId="478"/>
          <ac:spMkLst>
            <pc:docMk/>
            <pc:sldMk cId="2360998798" sldId="312"/>
            <ac:spMk id="5" creationId="{BEA8B6C2-4306-939F-8A04-A302AF87C90A}"/>
          </ac:spMkLst>
        </pc:spChg>
      </pc:sldChg>
    </pc:docChg>
  </pc:docChgLst>
</pc:chgInfo>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5_C4FCC28.xml><?xml version="1.0" encoding="utf-8"?>
<p188:cmLst xmlns:a="http://schemas.openxmlformats.org/drawingml/2006/main" xmlns:r="http://schemas.openxmlformats.org/officeDocument/2006/relationships" xmlns:p188="http://schemas.microsoft.com/office/powerpoint/2018/8/main">
  <p188:cm id="{F643BEB7-A671-432E-A8CD-82624081C770}" authorId="{6E16A83C-777C-0DF7-390D-AA7C1A28FF00}" created="2025-06-09T12:48:41.597">
    <pc:sldMkLst xmlns:pc="http://schemas.microsoft.com/office/powerpoint/2013/main/command">
      <pc:docMk/>
      <pc:sldMk cId="206556200" sldId="309"/>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19/11/2025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19</a:t>
            </a:fld>
            <a:endParaRPr lang="en-AE"/>
          </a:p>
        </p:txBody>
      </p:sp>
    </p:spTree>
    <p:extLst>
      <p:ext uri="{BB962C8B-B14F-4D97-AF65-F5344CB8AC3E}">
        <p14:creationId xmlns:p14="http://schemas.microsoft.com/office/powerpoint/2010/main" val="2622674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11/19/2025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11/19/2025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5_C4FCC28.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p>
            <a:r>
              <a:t>Driving Innovation and Efficiency for [Client Name]</a:t>
            </a: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3603975"/>
            <a:ext cx="6657149" cy="309264"/>
          </a:xfrm>
        </p:spPr>
        <p:txBody>
          <a:bodyPr>
            <a:noAutofit/>
          </a:bodyPr>
          <a:lstStyle/>
          <a:p>
            <a:r>
              <a:t>October 26, 2023</a:t>
            </a: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r>
              <a:t>Strategic Partnership Proposal</a:t>
            </a:r>
            <a:endParaRPr lang="en-AE"/>
          </a:p>
        </p:txBody>
      </p:sp>
      <p:sp>
        <p:nvSpPr>
          <p:cNvPr id="4" name="TextBox 3">
            <a:extLst>
              <a:ext uri="{FF2B5EF4-FFF2-40B4-BE49-F238E27FC236}">
                <a16:creationId xmlns:a16="http://schemas.microsoft.com/office/drawing/2014/main" id="{54D84B09-EA48-A07A-61BE-CC46E8F2A0C4}"/>
              </a:ext>
            </a:extLst>
          </p:cNvPr>
          <p:cNvSpPr txBox="1"/>
          <p:nvPr/>
        </p:nvSpPr>
        <p:spPr>
          <a:xfrm>
            <a:off x="6096000" y="985382"/>
            <a:ext cx="1358686" cy="646331"/>
          </a:xfrm>
          <a:prstGeom prst="rect">
            <a:avLst/>
          </a:prstGeom>
          <a:noFill/>
        </p:spPr>
        <p:txBody>
          <a:bodyPr wrap="square" rtlCol="0">
            <a:spAutoFit/>
          </a:bodyPr>
          <a:lstStyle/>
          <a:p>
            <a:r>
              <a:t>[Insert Client Logo Here]</a:t>
            </a:r>
            <a:endParaRPr lang="en-AE" sz="1200" dirty="0"/>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7938" indent="-7938">
              <a:lnSpc>
                <a:spcPct val="100000"/>
              </a:lnSpc>
              <a:spcBef>
                <a:spcPts val="200"/>
              </a:spcBef>
              <a:spcAft>
                <a:spcPts val="200"/>
              </a:spcAft>
              <a:buNone/>
            </a:pPr>
            <a:r>
              <a:t>Dear [Client Contact Name],</a:t>
            </a:r>
            <a:br/>
            <a:br/>
            <a:r>
              <a:t>We are pleased to present this proposal outlining our comprehensive approach to partner with [Client Name] in addressing your strategic objectives and enhancing operational capabilities. Based on our understanding of your commitment to excellence and growth, we have developed a tailored solution designed to deliver measurable impact and sustainable value.</a:t>
            </a:r>
            <a:br/>
            <a:br/>
            <a:r>
              <a:t>Our team at [Your Company Name] is dedicated to fostering long-term partnerships built on trust, innovation, and a shared vision for success. We are confident that our expertise and proposed solutions will enable you to overcome current challenges, seize new opportunities, and achieve your desired outcomes.</a:t>
            </a:r>
            <a:br/>
            <a:br/>
            <a:r>
              <a:t>We look forward to discussing this proposal further and embarking on a transformative journey with you.</a:t>
            </a:r>
            <a:br/>
            <a:br/>
            <a:r>
              <a:t>Sincerely,</a:t>
            </a:r>
            <a:br/>
            <a:r>
              <a:t>[Your Name/Company Representative]</a:t>
            </a:r>
            <a:br/>
            <a:r>
              <a:t>[Your Title]</a:t>
            </a:r>
            <a:endParaRPr sz="1200" dirty="0"/>
          </a:p>
        </p:txBody>
      </p:sp>
      <p:sp>
        <p:nvSpPr>
          <p:cNvPr id="2" name="Slide Number Placeholder 10">
            <a:extLst>
              <a:ext uri="{FF2B5EF4-FFF2-40B4-BE49-F238E27FC236}">
                <a16:creationId xmlns:a16="http://schemas.microsoft.com/office/drawing/2014/main" id="{1180B436-073C-1FE1-74B5-603168612A49}"/>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76852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600164"/>
          </a:xfrm>
          <a:prstGeom prst="rect">
            <a:avLst/>
          </a:prstGeom>
          <a:noFill/>
        </p:spPr>
        <p:txBody>
          <a:bodyPr wrap="square" lIns="0" tIns="0" rIns="0" bIns="45720" rtlCol="0">
            <a:spAutoFit/>
          </a:bodyPr>
          <a:lstStyle/>
          <a:p>
            <a:pPr>
              <a:buNone/>
            </a:pPr>
            <a:r>
              <a:t>This proposal outlines a strategic partnership aimed at enhancing [Client Name]'s operational efficiency, fostering innovation, and securing a stronger competitive advantage. We propose a phased approach that begins with a comprehensive assessment, moves through solution design and implementation, and concludes with ongoing support and optimization. Our key objectives include streamlining critical processes, leveraging cutting-edge technology, and empowering your teams with the necessary tools and training. By focusing on these areas, we project a significant return on investment through improved productivity, reduced operational costs, and accelerated growth. We are committed to delivering a tailored solution that aligns perfectly with your strategic vision and delivers tangible, sustainable results.</a:t>
            </a:r>
            <a:endParaRPr sz="1200" dirty="0"/>
          </a:p>
        </p:txBody>
      </p:sp>
      <p:sp>
        <p:nvSpPr>
          <p:cNvPr id="2" name="Slide Number Placeholder 10">
            <a:extLst>
              <a:ext uri="{FF2B5EF4-FFF2-40B4-BE49-F238E27FC236}">
                <a16:creationId xmlns:a16="http://schemas.microsoft.com/office/drawing/2014/main" id="{510509ED-FDFA-9AF0-64A5-B641CF67DE64}"/>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36992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2" name="Slide Number Placeholder 10">
            <a:extLst>
              <a:ext uri="{FF2B5EF4-FFF2-40B4-BE49-F238E27FC236}">
                <a16:creationId xmlns:a16="http://schemas.microsoft.com/office/drawing/2014/main" id="{70F94601-D300-9A60-36F3-043D3C2A197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0">
            <a:extLst>
              <a:ext uri="{FF2B5EF4-FFF2-40B4-BE49-F238E27FC236}">
                <a16:creationId xmlns:a16="http://schemas.microsoft.com/office/drawing/2014/main" id="{0304D152-BA33-F0F1-48FF-801A9B032E6B}"/>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740471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A82FBC88-82DB-42DA-D37F-0FCFBA8AD103}"/>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816921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B8E8124F-0E3B-E031-2C5D-7265461893A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886452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CBDD09F1-AC85-E6BB-E077-FB0F9A53AC1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318657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29A68F79-5343-74A9-9547-123447F2F2D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21937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F4361917-790E-8E8D-E566-3BF588980ECA}"/>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446093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E1ADB767-4E35-0D94-8A50-F35437C2FEE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087480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Tree>
    <p:extLst>
      <p:ext uri="{BB962C8B-B14F-4D97-AF65-F5344CB8AC3E}">
        <p14:creationId xmlns:p14="http://schemas.microsoft.com/office/powerpoint/2010/main" val="1695090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B5F4F5-A561-A2BF-50AD-2135E2BD4A6A}"/>
              </a:ext>
            </a:extLst>
          </p:cNvPr>
          <p:cNvSpPr>
            <a:spLocks noGrp="1" noRot="1" noMove="1" noResize="1" noEditPoints="1" noAdjustHandles="1" noChangeArrowheads="1" noChangeShapeType="1"/>
          </p:cNvSpPr>
          <p:nvPr>
            <p:ph sz="half" idx="2"/>
          </p:nvPr>
        </p:nvSpPr>
        <p:spPr/>
        <p:txBody>
          <a:bodyPr>
            <a:normAutofit/>
          </a:bodyPr>
          <a:lstStyle/>
          <a:p>
            <a:pPr marL="0" indent="0">
              <a:buNone/>
            </a:pPr>
            <a:r>
              <a:t>While [Client Name] demonstrates strong market presence and commitment to quality, we understand there's a continuous drive to refine internal processes, integrate advanced technologies, and ensure optimal resource allocation. The current environment presents opportunities to further streamline operations, enhance digital capabilities, and elevate strategic planning to meet future business objectives more effectively.</a:t>
            </a:r>
            <a:endParaRPr dirty="0"/>
          </a:p>
        </p:txBody>
      </p:sp>
      <p:sp>
        <p:nvSpPr>
          <p:cNvPr id="3" name="Content Placeholder 2">
            <a:extLst>
              <a:ext uri="{FF2B5EF4-FFF2-40B4-BE49-F238E27FC236}">
                <a16:creationId xmlns:a16="http://schemas.microsoft.com/office/drawing/2014/main" id="{79C84FDE-81DE-1361-1FBF-9AB8614A6D28}"/>
              </a:ext>
            </a:extLst>
          </p:cNvPr>
          <p:cNvSpPr>
            <a:spLocks noGrp="1"/>
          </p:cNvSpPr>
          <p:nvPr>
            <p:ph sz="quarter" idx="4"/>
          </p:nvPr>
        </p:nvSpPr>
        <p:spPr/>
        <p:txBody>
          <a:bodyPr>
            <a:normAutofit/>
          </a:bodyPr>
          <a:lstStyle/>
          <a:p>
            <a:pPr>
              <a:lnSpc>
                <a:spcPct val="110000"/>
              </a:lnSpc>
              <a:buFont typeface="Wingdings" panose="05000000000000000000" pitchFamily="2" charset="2"/>
              <a:buChar char="§"/>
            </a:pPr>
            <a:r>
              <a:t>Optimizing existing operational workflows for greater efficiency.</a:t>
            </a:r>
            <a:endParaRPr dirty="0"/>
          </a:p>
          <a:p>
            <a:pPr/>
            <a:r>
              <a:t>Adapting to evolving market demands and competitive pressures.</a:t>
            </a:r>
          </a:p>
          <a:p>
            <a:pPr/>
            <a:r>
              <a:t>Leveraging data and technology to drive informed decision-making.</a:t>
            </a:r>
          </a:p>
          <a:p>
            <a:pPr/>
            <a:r>
              <a:t>Ensuring seamless integration of new solutions with current infrastructure.</a:t>
            </a:r>
          </a:p>
          <a:p>
            <a:pPr/>
            <a:r>
              <a:t>Empowering employees through effective training and change management.</a:t>
            </a:r>
          </a:p>
        </p:txBody>
      </p:sp>
      <p:sp>
        <p:nvSpPr>
          <p:cNvPr id="4" name="Content Placeholder 3">
            <a:extLst>
              <a:ext uri="{FF2B5EF4-FFF2-40B4-BE49-F238E27FC236}">
                <a16:creationId xmlns:a16="http://schemas.microsoft.com/office/drawing/2014/main" id="{A88DB71A-D56C-4634-2BEE-CCCF3CB0F3E7}"/>
              </a:ext>
            </a:extLst>
          </p:cNvPr>
          <p:cNvSpPr>
            <a:spLocks noGrp="1" noRot="1" noMove="1" noResize="1" noEditPoints="1" noAdjustHandles="1" noChangeArrowheads="1" noChangeShapeType="1"/>
          </p:cNvSpPr>
          <p:nvPr>
            <p:ph sz="quarter" idx="13"/>
          </p:nvPr>
        </p:nvSpPr>
        <p:spPr/>
        <p:txBody>
          <a:bodyPr>
            <a:noAutofit/>
          </a:bodyPr>
          <a:lstStyle/>
          <a:p>
            <a:pPr algn="l"/>
            <a:r>
              <a:t>Increased operational efficiency and reduced lead times.</a:t>
            </a:r>
            <a:endParaRPr dirty="0"/>
          </a:p>
          <a:p>
            <a:pPr/>
            <a:r>
              <a:t>Enhanced agility and responsiveness to market shifts.</a:t>
            </a:r>
          </a:p>
          <a:p>
            <a:pPr/>
            <a:r>
              <a:t>Improved data visibility and analytical capabilities.</a:t>
            </a:r>
          </a:p>
          <a:p>
            <a:pPr/>
            <a:r>
              <a:t>Achieved cost savings and optimized resource utilization.</a:t>
            </a:r>
          </a:p>
          <a:p>
            <a:pPr/>
            <a:r>
              <a:t>Sustainable growth and a reinforced competitive position.</a:t>
            </a:r>
          </a:p>
        </p:txBody>
      </p:sp>
      <p:sp>
        <p:nvSpPr>
          <p:cNvPr id="6" name="Slide Number Placeholder 10">
            <a:extLst>
              <a:ext uri="{FF2B5EF4-FFF2-40B4-BE49-F238E27FC236}">
                <a16:creationId xmlns:a16="http://schemas.microsoft.com/office/drawing/2014/main" id="{2D0E21F0-A1CC-72EB-D88E-A42FCE0E424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396447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lang="en-US" dirty="0"/>
              <a:t>OUR PROPOSED APPROACH</a:t>
            </a:r>
            <a:endParaRPr dirty="0"/>
          </a:p>
        </p:txBody>
      </p:sp>
      <p:sp>
        <p:nvSpPr>
          <p:cNvPr id="9" name="Text Placeholder 3">
            <a:extLst>
              <a:ext uri="{FF2B5EF4-FFF2-40B4-BE49-F238E27FC236}">
                <a16:creationId xmlns:a16="http://schemas.microsoft.com/office/drawing/2014/main" id="{DFBC7929-B570-8AB1-9208-301A6F237D7F}"/>
              </a:ext>
            </a:extLst>
          </p:cNvPr>
          <p:cNvSpPr>
            <a:spLocks noGrp="1"/>
          </p:cNvSpPr>
          <p:nvPr>
            <p:ph type="body" idx="13"/>
          </p:nvPr>
        </p:nvSpPr>
        <p:spPr>
          <a:xfrm>
            <a:off x="839788" y="1632155"/>
            <a:ext cx="7243011" cy="316538"/>
          </a:xfrm>
        </p:spPr>
        <p:txBody>
          <a:bodyPr>
            <a:noAutofit/>
          </a:bodyPr>
          <a:lstStyle/>
          <a:p>
            <a:r>
              <a:t>Discovery &amp; Assessment</a:t>
            </a:r>
            <a:endParaRPr lang="en-GB" dirty="0"/>
          </a:p>
        </p:txBody>
      </p:sp>
      <p:sp>
        <p:nvSpPr>
          <p:cNvPr id="14" name="Text Placeholder 3">
            <a:extLst>
              <a:ext uri="{FF2B5EF4-FFF2-40B4-BE49-F238E27FC236}">
                <a16:creationId xmlns:a16="http://schemas.microsoft.com/office/drawing/2014/main" id="{F68783C2-B190-F13A-AE22-9AFA09E4C25B}"/>
              </a:ext>
            </a:extLst>
          </p:cNvPr>
          <p:cNvSpPr txBox="1">
            <a:spLocks/>
          </p:cNvSpPr>
          <p:nvPr/>
        </p:nvSpPr>
        <p:spPr>
          <a:xfrm>
            <a:off x="852711" y="3014691"/>
            <a:ext cx="6481944"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t>Solution Design &amp; Development</a:t>
            </a:r>
            <a:endParaRPr dirty="0"/>
          </a:p>
        </p:txBody>
      </p:sp>
      <p:sp>
        <p:nvSpPr>
          <p:cNvPr id="15" name="Text Placeholder 3">
            <a:extLst>
              <a:ext uri="{FF2B5EF4-FFF2-40B4-BE49-F238E27FC236}">
                <a16:creationId xmlns:a16="http://schemas.microsoft.com/office/drawing/2014/main" id="{9CAA5706-E44C-CB8B-FD39-98E004E80F83}"/>
              </a:ext>
            </a:extLst>
          </p:cNvPr>
          <p:cNvSpPr txBox="1">
            <a:spLocks/>
          </p:cNvSpPr>
          <p:nvPr/>
        </p:nvSpPr>
        <p:spPr>
          <a:xfrm>
            <a:off x="852711" y="4336961"/>
            <a:ext cx="6481943"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t>Implementation &amp; Optimization</a:t>
            </a:r>
            <a:endParaRPr dirty="0"/>
          </a:p>
        </p:txBody>
      </p:sp>
      <p:sp>
        <p:nvSpPr>
          <p:cNvPr id="2" name="Slide Number Placeholder 10">
            <a:extLst>
              <a:ext uri="{FF2B5EF4-FFF2-40B4-BE49-F238E27FC236}">
                <a16:creationId xmlns:a16="http://schemas.microsoft.com/office/drawing/2014/main" id="{3BAF4667-BBC8-FCF0-9CCF-304ECC450F66}"/>
              </a:ext>
            </a:extLst>
          </p:cNvPr>
          <p:cNvSpPr>
            <a:spLocks noGrp="1"/>
          </p:cNvSpPr>
          <p:nvPr>
            <p:ph type="sldNum" sz="quarter" idx="12"/>
          </p:nvPr>
        </p:nvSpPr>
        <p:spPr>
          <a:xfrm>
            <a:off x="8610600" y="6356350"/>
            <a:ext cx="2743200" cy="365125"/>
          </a:xfrm>
        </p:spPr>
        <p:txBody>
          <a:bodyPr/>
          <a:lstStyle/>
          <a:p>
            <a:endParaRPr dirty="0"/>
          </a:p>
        </p:txBody>
      </p:sp>
      <p:sp>
        <p:nvSpPr>
          <p:cNvPr id="4" name="TextBox 3">
            <a:extLst>
              <a:ext uri="{FF2B5EF4-FFF2-40B4-BE49-F238E27FC236}">
                <a16:creationId xmlns:a16="http://schemas.microsoft.com/office/drawing/2014/main" id="{29329F9D-0AF1-17BD-69B7-6FAD2BDB5041}"/>
              </a:ext>
            </a:extLst>
          </p:cNvPr>
          <p:cNvSpPr txBox="1"/>
          <p:nvPr/>
        </p:nvSpPr>
        <p:spPr>
          <a:xfrm>
            <a:off x="839781" y="1025598"/>
            <a:ext cx="7146628" cy="646331"/>
          </a:xfrm>
          <a:prstGeom prst="rect">
            <a:avLst/>
          </a:prstGeom>
          <a:noFill/>
        </p:spPr>
        <p:txBody>
          <a:bodyPr wrap="square">
            <a:spAutoFit/>
          </a:bodyPr>
          <a:lstStyle/>
          <a:p>
            <a:r>
              <a:t>Our proven methodology follows a structured, phased approach to ensure successful project delivery and sustainable impact. Each phase is designed to build upon the last, guaranteeing clarity, collaboration, and measurable progress towards your strategic goals.</a:t>
            </a:r>
            <a:endParaRPr lang="en-AE" sz="1200" i="1" dirty="0"/>
          </a:p>
        </p:txBody>
      </p:sp>
      <p:sp>
        <p:nvSpPr>
          <p:cNvPr id="5" name="TextBox 4">
            <a:extLst>
              <a:ext uri="{FF2B5EF4-FFF2-40B4-BE49-F238E27FC236}">
                <a16:creationId xmlns:a16="http://schemas.microsoft.com/office/drawing/2014/main" id="{CDAE5125-04B1-01B0-4C67-6FA85EDFA467}"/>
              </a:ext>
            </a:extLst>
          </p:cNvPr>
          <p:cNvSpPr txBox="1"/>
          <p:nvPr/>
        </p:nvSpPr>
        <p:spPr>
          <a:xfrm>
            <a:off x="992181" y="2248042"/>
            <a:ext cx="7146628" cy="646331"/>
          </a:xfrm>
          <a:prstGeom prst="rect">
            <a:avLst/>
          </a:prstGeom>
          <a:noFill/>
        </p:spPr>
        <p:txBody>
          <a:bodyPr wrap="square">
            <a:spAutoFit/>
          </a:bodyPr>
          <a:lstStyle/>
          <a:p>
            <a:pPr/>
            <a:r>
              <a:t>In-depth analysis of current business processes and pain points.</a:t>
            </a:r>
            <a:endParaRPr lang="en-AE" sz="1200" i="1" dirty="0"/>
          </a:p>
          <a:p>
            <a:pPr/>
            <a:r>
              <a:t>Stakeholder interviews and requirements gathering.</a:t>
            </a:r>
          </a:p>
          <a:p>
            <a:pPr/>
            <a:r>
              <a:t>Assessment of existing technology stack and infrastructure.</a:t>
            </a:r>
          </a:p>
          <a:p>
            <a:pPr/>
            <a:r>
              <a:t>Identification of key opportunities for improvement and innovation.</a:t>
            </a:r>
          </a:p>
          <a:p>
            <a:pPr/>
            <a:r>
              <a:t>Development of a detailed project roadmap and success metrics.</a:t>
            </a:r>
          </a:p>
        </p:txBody>
      </p:sp>
      <p:sp>
        <p:nvSpPr>
          <p:cNvPr id="6" name="TextBox 5">
            <a:extLst>
              <a:ext uri="{FF2B5EF4-FFF2-40B4-BE49-F238E27FC236}">
                <a16:creationId xmlns:a16="http://schemas.microsoft.com/office/drawing/2014/main" id="{27F7C101-EA36-10D2-4D7E-7A99FFA4C026}"/>
              </a:ext>
            </a:extLst>
          </p:cNvPr>
          <p:cNvSpPr txBox="1"/>
          <p:nvPr/>
        </p:nvSpPr>
        <p:spPr>
          <a:xfrm>
            <a:off x="998665" y="3645583"/>
            <a:ext cx="7146628" cy="646331"/>
          </a:xfrm>
          <a:prstGeom prst="rect">
            <a:avLst/>
          </a:prstGeom>
          <a:noFill/>
        </p:spPr>
        <p:txBody>
          <a:bodyPr wrap="square">
            <a:spAutoFit/>
          </a:bodyPr>
          <a:lstStyle/>
          <a:p>
            <a:pPr/>
            <a:r>
              <a:t>Detailed solution architecture and system design.</a:t>
            </a:r>
            <a:endParaRPr lang="en-AE" sz="1200" i="1" dirty="0"/>
          </a:p>
          <a:p>
            <a:pPr/>
            <a:r>
              <a:t>Development of custom tools, platforms, or integrations as required.</a:t>
            </a:r>
          </a:p>
          <a:p>
            <a:pPr/>
            <a:r>
              <a:t>Pilot testing and feedback collection with key stakeholders.</a:t>
            </a:r>
          </a:p>
          <a:p>
            <a:pPr/>
            <a:r>
              <a:t>Refinement of solutions based on pilot results.</a:t>
            </a:r>
          </a:p>
          <a:p>
            <a:pPr/>
            <a:r>
              <a:t>Documentation of all technical specifications and user guides.</a:t>
            </a:r>
          </a:p>
        </p:txBody>
      </p:sp>
      <p:sp>
        <p:nvSpPr>
          <p:cNvPr id="7" name="TextBox 6">
            <a:extLst>
              <a:ext uri="{FF2B5EF4-FFF2-40B4-BE49-F238E27FC236}">
                <a16:creationId xmlns:a16="http://schemas.microsoft.com/office/drawing/2014/main" id="{4E479D7B-18FE-0D1F-CF1E-8BF85800C5C2}"/>
              </a:ext>
            </a:extLst>
          </p:cNvPr>
          <p:cNvSpPr txBox="1"/>
          <p:nvPr/>
        </p:nvSpPr>
        <p:spPr>
          <a:xfrm>
            <a:off x="998665" y="4975916"/>
            <a:ext cx="7146628" cy="646331"/>
          </a:xfrm>
          <a:prstGeom prst="rect">
            <a:avLst/>
          </a:prstGeom>
          <a:noFill/>
        </p:spPr>
        <p:txBody>
          <a:bodyPr wrap="square">
            <a:spAutoFit/>
          </a:bodyPr>
          <a:lstStyle/>
          <a:p>
            <a:pPr/>
            <a:r>
              <a:t>Full deployment of designed solutions across relevant departments.</a:t>
            </a:r>
            <a:endParaRPr lang="en-AE" sz="1200" i="1" dirty="0"/>
          </a:p>
          <a:p>
            <a:pPr/>
            <a:r>
              <a:t>Integration of new systems with existing infrastructure.</a:t>
            </a:r>
          </a:p>
          <a:p>
            <a:pPr/>
            <a:r>
              <a:t>Comprehensive training programs for all end-users and administrators.</a:t>
            </a:r>
          </a:p>
          <a:p>
            <a:pPr/>
            <a:r>
              <a:t>Go-live support and immediate issue resolution.</a:t>
            </a:r>
          </a:p>
          <a:p>
            <a:pPr/>
            <a:r>
              <a:t>Performance monitoring and initial optimization.</a:t>
            </a:r>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lang="en-US" sz="2200" dirty="0"/>
              <a:t>Pnyx Hill’s SCOPE OF SERVICES</a:t>
            </a:r>
            <a:endParaRPr sz="1800" dirty="0"/>
          </a:p>
        </p:txBody>
      </p:sp>
      <p:sp>
        <p:nvSpPr>
          <p:cNvPr id="4" name="Content Placeholder 3">
            <a:extLst>
              <a:ext uri="{FF2B5EF4-FFF2-40B4-BE49-F238E27FC236}">
                <a16:creationId xmlns:a16="http://schemas.microsoft.com/office/drawing/2014/main" id="{92680D53-D430-E573-E195-D777B3715BA9}"/>
              </a:ext>
            </a:extLst>
          </p:cNvPr>
          <p:cNvSpPr>
            <a:spLocks noGrp="1"/>
          </p:cNvSpPr>
          <p:nvPr>
            <p:ph sz="half" idx="16"/>
          </p:nvPr>
        </p:nvSpPr>
        <p:spPr>
          <a:xfrm>
            <a:off x="838200" y="1243937"/>
            <a:ext cx="1275996" cy="1706030"/>
          </a:xfrm>
        </p:spPr>
        <p:txBody>
          <a:bodyPr/>
          <a:lstStyle/>
          <a:p>
            <a:r>
              <a:rPr lang="en-US" dirty="0"/>
              <a:t>STRATEGIC SUPPORT</a:t>
            </a:r>
            <a:br>
              <a:rPr dirty="0"/>
            </a:br>
            <a:endParaRPr dirty="0"/>
          </a:p>
        </p:txBody>
      </p:sp>
      <p:sp>
        <p:nvSpPr>
          <p:cNvPr id="6" name="Content Placeholder 5">
            <a:extLst>
              <a:ext uri="{FF2B5EF4-FFF2-40B4-BE49-F238E27FC236}">
                <a16:creationId xmlns:a16="http://schemas.microsoft.com/office/drawing/2014/main" id="{CCA89EA0-E269-44B2-36DE-06A5BBD705F9}"/>
              </a:ext>
            </a:extLst>
          </p:cNvPr>
          <p:cNvSpPr>
            <a:spLocks noGrp="1"/>
          </p:cNvSpPr>
          <p:nvPr>
            <p:ph sz="half" idx="18"/>
          </p:nvPr>
        </p:nvSpPr>
        <p:spPr>
          <a:xfrm>
            <a:off x="838200" y="3125547"/>
            <a:ext cx="1275996" cy="1751835"/>
          </a:xfrm>
        </p:spPr>
        <p:txBody>
          <a:bodyPr/>
          <a:lstStyle/>
          <a:p>
            <a:endParaRPr dirty="0"/>
          </a:p>
          <a:p>
            <a:r>
              <a:rPr lang="en-US" dirty="0"/>
              <a:t>STRUCTURING &amp; ENABLERS</a:t>
            </a:r>
            <a:endParaRPr dirty="0"/>
          </a:p>
        </p:txBody>
      </p:sp>
      <p:sp>
        <p:nvSpPr>
          <p:cNvPr id="8" name="Content Placeholder 7">
            <a:extLst>
              <a:ext uri="{FF2B5EF4-FFF2-40B4-BE49-F238E27FC236}">
                <a16:creationId xmlns:a16="http://schemas.microsoft.com/office/drawing/2014/main" id="{2103AB6B-A72F-150F-7BC6-3358D22431D9}"/>
              </a:ext>
            </a:extLst>
          </p:cNvPr>
          <p:cNvSpPr>
            <a:spLocks noGrp="1"/>
          </p:cNvSpPr>
          <p:nvPr>
            <p:ph sz="half" idx="20"/>
          </p:nvPr>
        </p:nvSpPr>
        <p:spPr>
          <a:xfrm>
            <a:off x="838200" y="5052962"/>
            <a:ext cx="1275996" cy="1043038"/>
          </a:xfrm>
        </p:spPr>
        <p:txBody>
          <a:bodyPr>
            <a:normAutofit/>
          </a:bodyPr>
          <a:lstStyle/>
          <a:p>
            <a:endParaRPr lang="en-AE" sz="1100" dirty="0"/>
          </a:p>
          <a:p>
            <a:r>
              <a:rPr lang="en-US" sz="1300" dirty="0"/>
              <a:t>ONGOING SUPPORT</a:t>
            </a:r>
            <a:br>
              <a:rPr sz="1300" dirty="0"/>
            </a:br>
            <a:endParaRPr dirty="0"/>
          </a:p>
        </p:txBody>
      </p:sp>
      <p:sp>
        <p:nvSpPr>
          <p:cNvPr id="16" name="Content Placeholder 2">
            <a:extLst>
              <a:ext uri="{FF2B5EF4-FFF2-40B4-BE49-F238E27FC236}">
                <a16:creationId xmlns:a16="http://schemas.microsoft.com/office/drawing/2014/main" id="{46C6D46A-7965-B435-7C14-57F22175C380}"/>
              </a:ext>
            </a:extLst>
          </p:cNvPr>
          <p:cNvSpPr>
            <a:spLocks noGrp="1"/>
          </p:cNvSpPr>
          <p:nvPr>
            <p:ph sz="half" idx="2"/>
          </p:nvPr>
        </p:nvSpPr>
        <p:spPr>
          <a:xfrm>
            <a:off x="2428565" y="1243937"/>
            <a:ext cx="9224914" cy="1706030"/>
          </a:xfrm>
        </p:spPr>
        <p:txBody>
          <a:bodyPr>
            <a:normAutofit/>
          </a:bodyPr>
          <a:lstStyle/>
          <a:p>
            <a:pPr>
              <a:lnSpc>
                <a:spcPct val="120000"/>
              </a:lnSpc>
              <a:spcBef>
                <a:spcPts val="0"/>
              </a:spcBef>
              <a:spcAft>
                <a:spcPts val="600"/>
              </a:spcAft>
              <a:buFont typeface="Wingdings" panose="05000000000000000000" pitchFamily="2" charset="2"/>
              <a:buChar char="§"/>
            </a:pPr>
            <a:endParaRPr dirty="0"/>
          </a:p>
          <a:p>
            <a:r>
              <a:rPr dirty="0"/>
              <a:t>{{</a:t>
            </a:r>
            <a:r>
              <a:rPr lang="en-US" dirty="0"/>
              <a:t>strategic support}</a:t>
            </a:r>
            <a:br>
              <a:rPr lang="en-US" dirty="0"/>
            </a:br>
            <a:br>
              <a:rPr dirty="0"/>
            </a:br>
            <a:endParaRPr dirty="0"/>
          </a:p>
        </p:txBody>
      </p:sp>
      <p:sp>
        <p:nvSpPr>
          <p:cNvPr id="12" name="Content Placeholder 2">
            <a:extLst>
              <a:ext uri="{FF2B5EF4-FFF2-40B4-BE49-F238E27FC236}">
                <a16:creationId xmlns:a16="http://schemas.microsoft.com/office/drawing/2014/main" id="{2DF705CC-6974-7258-485D-3EB82444ABBD}"/>
              </a:ext>
            </a:extLst>
          </p:cNvPr>
          <p:cNvSpPr txBox="1">
            <a:spLocks/>
          </p:cNvSpPr>
          <p:nvPr/>
        </p:nvSpPr>
        <p:spPr>
          <a:xfrm>
            <a:off x="2428565" y="3334642"/>
            <a:ext cx="9224914" cy="17060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Agile Project Management: Iterative development cycles with regular client feedback for flexibility and responsiveness.</a:t>
            </a:r>
            <a:endParaRPr dirty="0"/>
          </a:p>
          <a:p>
            <a:pPr/>
            <a:r>
              <a:t>Dedicated Project Team: Expertise spanning strategy, technology, change management, and support.</a:t>
            </a:r>
          </a:p>
          <a:p>
            <a:pPr/>
            <a:r>
              <a:t>Clear Communication Framework: Regular updates, progress reports, and stakeholder meetings.</a:t>
            </a:r>
          </a:p>
          <a:p>
            <a:pPr/>
            <a:r>
              <a:t>Performance Metrics &amp; KPIs: Agreed-upon indicators to track progress and measure success.</a:t>
            </a:r>
          </a:p>
          <a:p>
            <a:pPr/>
            <a:r>
              <a:t>Robust Change Management Strategy: Proactive planning to facilitate user adoption and minimize disruption.</a:t>
            </a:r>
          </a:p>
        </p:txBody>
      </p:sp>
      <p:sp>
        <p:nvSpPr>
          <p:cNvPr id="13" name="Content Placeholder 2">
            <a:extLst>
              <a:ext uri="{FF2B5EF4-FFF2-40B4-BE49-F238E27FC236}">
                <a16:creationId xmlns:a16="http://schemas.microsoft.com/office/drawing/2014/main" id="{53187A2B-B3C3-BD47-812E-C9AF78225BCD}"/>
              </a:ext>
            </a:extLst>
          </p:cNvPr>
          <p:cNvSpPr txBox="1">
            <a:spLocks/>
          </p:cNvSpPr>
          <p:nvPr/>
        </p:nvSpPr>
        <p:spPr>
          <a:xfrm>
            <a:off x="2428565" y="5040672"/>
            <a:ext cx="9224914" cy="5733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Dedicated Account Management: A single point of contact for all inquiries and strategic reviews.</a:t>
            </a:r>
            <a:endParaRPr dirty="0"/>
          </a:p>
          <a:p>
            <a:pPr/>
            <a:r>
              <a:t>Technical Support &amp; Maintenance: Proactive monitoring, troubleshooting, and regular updates to ensure system reliability and performance.</a:t>
            </a:r>
          </a:p>
          <a:p>
            <a:pPr/>
            <a:r>
              <a:t>Continuous Improvement &amp; Evolution: Regular performance reviews, identification of new opportunities, and adaptation of solutions to future business needs and market changes.</a:t>
            </a:r>
          </a:p>
          <a:p>
            <a:pPr/>
            <a:r>
              <a:t>Knowledge Transfer &amp; Documentation: Comprehensive documentation and training refreshers to ensure internal teams are self-sufficient.</a:t>
            </a:r>
          </a:p>
        </p:txBody>
      </p:sp>
      <p:sp>
        <p:nvSpPr>
          <p:cNvPr id="3" name="Slide Number Placeholder 10">
            <a:extLst>
              <a:ext uri="{FF2B5EF4-FFF2-40B4-BE49-F238E27FC236}">
                <a16:creationId xmlns:a16="http://schemas.microsoft.com/office/drawing/2014/main" id="{71D706F6-78B4-8187-8249-53FE450C24F8}"/>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632127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1" name="Text Placeholder 1">
            <a:extLst>
              <a:ext uri="{FF2B5EF4-FFF2-40B4-BE49-F238E27FC236}">
                <a16:creationId xmlns:a16="http://schemas.microsoft.com/office/drawing/2014/main" id="{2374A811-6337-EEA3-6CA1-983BD6A9DA32}"/>
              </a:ext>
            </a:extLst>
          </p:cNvPr>
          <p:cNvSpPr txBox="1">
            <a:spLocks/>
          </p:cNvSpPr>
          <p:nvPr/>
        </p:nvSpPr>
        <p:spPr>
          <a:xfrm>
            <a:off x="829954" y="1171341"/>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AutoNum type="arabicPeriod"/>
            </a:pPr>
            <a:r>
              <a:t>Strategic Consulting &amp; Planning</a:t>
            </a:r>
            <a:endParaRPr lang="en-GB" sz="1500" b="1" dirty="0">
              <a:solidFill>
                <a:srgbClr val="7D4E1D"/>
              </a:solidFill>
            </a:endParaRPr>
          </a:p>
        </p:txBody>
      </p:sp>
      <p:sp>
        <p:nvSpPr>
          <p:cNvPr id="2" name="Text Placeholder 1">
            <a:extLst>
              <a:ext uri="{FF2B5EF4-FFF2-40B4-BE49-F238E27FC236}">
                <a16:creationId xmlns:a16="http://schemas.microsoft.com/office/drawing/2014/main" id="{2CA04B7F-0889-575D-C56A-F0A2DAA5BED3}"/>
              </a:ext>
            </a:extLst>
          </p:cNvPr>
          <p:cNvSpPr txBox="1">
            <a:spLocks/>
          </p:cNvSpPr>
          <p:nvPr/>
        </p:nvSpPr>
        <p:spPr>
          <a:xfrm>
            <a:off x="4627374" y="1169972"/>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Technology Integration &amp; Development</a:t>
            </a:r>
            <a:endParaRPr lang="en-GB" sz="1500" b="1" dirty="0">
              <a:solidFill>
                <a:srgbClr val="7D4E1D"/>
              </a:solidFill>
            </a:endParaRPr>
          </a:p>
        </p:txBody>
      </p:sp>
      <p:sp>
        <p:nvSpPr>
          <p:cNvPr id="4" name="TextBox 3">
            <a:extLst>
              <a:ext uri="{FF2B5EF4-FFF2-40B4-BE49-F238E27FC236}">
                <a16:creationId xmlns:a16="http://schemas.microsoft.com/office/drawing/2014/main" id="{F41ACD24-4209-A5D8-1097-891D1D5DA49C}"/>
              </a:ext>
            </a:extLst>
          </p:cNvPr>
          <p:cNvSpPr txBox="1"/>
          <p:nvPr/>
        </p:nvSpPr>
        <p:spPr>
          <a:xfrm>
            <a:off x="977104" y="2075145"/>
            <a:ext cx="3254477" cy="646331"/>
          </a:xfrm>
          <a:prstGeom prst="rect">
            <a:avLst/>
          </a:prstGeom>
          <a:noFill/>
        </p:spPr>
        <p:txBody>
          <a:bodyPr wrap="square">
            <a:spAutoFit/>
          </a:bodyPr>
          <a:lstStyle/>
          <a:p>
            <a:pPr/>
            <a:r>
              <a:t>Process Optimization &amp; Re-engineering: Identifying bottlenecks and designing more efficient workflows.</a:t>
            </a:r>
            <a:endParaRPr lang="en-AE" sz="1200" i="1" dirty="0"/>
          </a:p>
          <a:p>
            <a:pPr/>
            <a:r>
              <a:t>Digital Transformation Roadmap: Crafting a clear strategy for technology adoption and modernization.</a:t>
            </a:r>
          </a:p>
          <a:p>
            <a:pPr/>
            <a:r>
              <a:t>Market Analysis &amp; Competitive Positioning: Gaining insights to inform strategic decisions.</a:t>
            </a:r>
          </a:p>
          <a:p>
            <a:pPr/>
            <a:r>
              <a:t>Business Case Development: Quantifying potential ROI for proposed initiatives.</a:t>
            </a:r>
          </a:p>
        </p:txBody>
      </p:sp>
      <p:sp>
        <p:nvSpPr>
          <p:cNvPr id="5" name="TextBox 4">
            <a:extLst>
              <a:ext uri="{FF2B5EF4-FFF2-40B4-BE49-F238E27FC236}">
                <a16:creationId xmlns:a16="http://schemas.microsoft.com/office/drawing/2014/main" id="{0129D5FA-8B59-B1A8-3B87-F2F778D1E6E5}"/>
              </a:ext>
            </a:extLst>
          </p:cNvPr>
          <p:cNvSpPr txBox="1"/>
          <p:nvPr/>
        </p:nvSpPr>
        <p:spPr>
          <a:xfrm>
            <a:off x="4715282" y="2075144"/>
            <a:ext cx="3254477" cy="646331"/>
          </a:xfrm>
          <a:prstGeom prst="rect">
            <a:avLst/>
          </a:prstGeom>
          <a:noFill/>
        </p:spPr>
        <p:txBody>
          <a:bodyPr wrap="square">
            <a:spAutoFit/>
          </a:bodyPr>
          <a:lstStyle/>
          <a:p>
            <a:pPr/>
            <a:r>
              <a:t>Custom Software Development: Building bespoke applications to meet unique business requirements.</a:t>
            </a:r>
            <a:endParaRPr lang="en-AE" sz="1200" i="1" dirty="0"/>
          </a:p>
          <a:p>
            <a:pPr/>
            <a:r>
              <a:t>System Integration: Seamlessly connecting disparate systems for unified data flow and operations.</a:t>
            </a:r>
          </a:p>
          <a:p>
            <a:pPr/>
            <a:r>
              <a:t>Cloud Solutions &amp; Migration: Leveraging cloud platforms for scalability, security, and efficiency.</a:t>
            </a:r>
          </a:p>
          <a:p>
            <a:pPr/>
            <a:r>
              <a:t>Data Analytics &amp; Business Intelligence: Developing dashboards and reports for actionable insights.</a:t>
            </a:r>
          </a:p>
        </p:txBody>
      </p:sp>
      <p:sp>
        <p:nvSpPr>
          <p:cNvPr id="3" name="Slide Number Placeholder 10">
            <a:extLst>
              <a:ext uri="{FF2B5EF4-FFF2-40B4-BE49-F238E27FC236}">
                <a16:creationId xmlns:a16="http://schemas.microsoft.com/office/drawing/2014/main" id="{23DDFFE6-02F5-2FD5-A8F3-82A624B5B06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3142F-4A41-3D4E-BE21-65EFC2E2F9A2}"/>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4378B34E-EAB7-F8D1-AD02-1CBCD552E977}"/>
              </a:ext>
            </a:extLst>
          </p:cNvPr>
          <p:cNvSpPr>
            <a:spLocks noGrp="1" noRot="1" noMove="1" noResize="1" noEditPoints="1" noAdjustHandles="1" noChangeArrowheads="1" noChangeShapeType="1"/>
          </p:cNvSpPr>
          <p:nvPr>
            <p:ph type="sldNum" sz="quarter" idx="12"/>
          </p:nvPr>
        </p:nvSpPr>
        <p:spPr/>
        <p:txBody>
          <a:bodyPr/>
          <a:lstStyle/>
          <a:p>
            <a:endParaRPr dirty="0"/>
          </a:p>
        </p:txBody>
      </p:sp>
      <p:pic>
        <p:nvPicPr>
          <p:cNvPr id="34" name="Picture 33">
            <a:extLst>
              <a:ext uri="{FF2B5EF4-FFF2-40B4-BE49-F238E27FC236}">
                <a16:creationId xmlns:a16="http://schemas.microsoft.com/office/drawing/2014/main" id="{C71C5D2C-C8ED-CFA1-684E-0CD12675CF77}"/>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9373A9C4-32B2-B0A9-BEC8-730358AB11F7}"/>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4CC3FF8C-4F21-3616-97A9-145CDFB103FB}"/>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5DF781A6-D7A4-EF12-3034-22E9D3E364E9}"/>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0CF6BD07-223A-9FD0-0E6A-43CBF93285F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90FC3E5C-7A3E-2CA7-BCBE-820BEB035615}"/>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0F47EEBB-67D4-6422-6568-152ADA8832D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 name="Text Placeholder 1">
            <a:extLst>
              <a:ext uri="{FF2B5EF4-FFF2-40B4-BE49-F238E27FC236}">
                <a16:creationId xmlns:a16="http://schemas.microsoft.com/office/drawing/2014/main" id="{F61DCCE8-571B-4F7C-77CA-391BAE27EF69}"/>
              </a:ext>
            </a:extLst>
          </p:cNvPr>
          <p:cNvSpPr txBox="1">
            <a:spLocks/>
          </p:cNvSpPr>
          <p:nvPr/>
        </p:nvSpPr>
        <p:spPr>
          <a:xfrm>
            <a:off x="4681701" y="1229646"/>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Performance Monitoring &amp; Optimization</a:t>
            </a:r>
            <a:endParaRPr lang="en-GB" sz="1500" b="1" dirty="0">
              <a:solidFill>
                <a:srgbClr val="7D4E1D"/>
              </a:solidFill>
            </a:endParaRPr>
          </a:p>
        </p:txBody>
      </p:sp>
      <p:sp>
        <p:nvSpPr>
          <p:cNvPr id="5" name="Text Placeholder 1">
            <a:extLst>
              <a:ext uri="{FF2B5EF4-FFF2-40B4-BE49-F238E27FC236}">
                <a16:creationId xmlns:a16="http://schemas.microsoft.com/office/drawing/2014/main" id="{1BC761C1-D21A-DAE3-F71A-97F5A50D23FF}"/>
              </a:ext>
            </a:extLst>
          </p:cNvPr>
          <p:cNvSpPr txBox="1">
            <a:spLocks/>
          </p:cNvSpPr>
          <p:nvPr/>
        </p:nvSpPr>
        <p:spPr>
          <a:xfrm>
            <a:off x="877701" y="1241420"/>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Training &amp; Change Management</a:t>
            </a:r>
            <a:endParaRPr lang="en-GB" sz="1500" b="1" dirty="0">
              <a:solidFill>
                <a:srgbClr val="7D4E1D"/>
              </a:solidFill>
            </a:endParaRPr>
          </a:p>
        </p:txBody>
      </p:sp>
      <p:sp>
        <p:nvSpPr>
          <p:cNvPr id="12" name="Title 1">
            <a:extLst>
              <a:ext uri="{FF2B5EF4-FFF2-40B4-BE49-F238E27FC236}">
                <a16:creationId xmlns:a16="http://schemas.microsoft.com/office/drawing/2014/main" id="{69386124-EC2C-4293-F431-CD6463A69F95}"/>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sp>
        <p:nvSpPr>
          <p:cNvPr id="13" name="TextBox 12">
            <a:extLst>
              <a:ext uri="{FF2B5EF4-FFF2-40B4-BE49-F238E27FC236}">
                <a16:creationId xmlns:a16="http://schemas.microsoft.com/office/drawing/2014/main" id="{72139180-8083-B418-4FEC-002D4F85DDDB}"/>
              </a:ext>
            </a:extLst>
          </p:cNvPr>
          <p:cNvSpPr txBox="1"/>
          <p:nvPr/>
        </p:nvSpPr>
        <p:spPr>
          <a:xfrm>
            <a:off x="977104" y="2075145"/>
            <a:ext cx="3254477" cy="461665"/>
          </a:xfrm>
          <a:prstGeom prst="rect">
            <a:avLst/>
          </a:prstGeom>
          <a:noFill/>
        </p:spPr>
        <p:txBody>
          <a:bodyPr wrap="square">
            <a:spAutoFit/>
          </a:bodyPr>
          <a:lstStyle/>
          <a:p>
            <a:pPr/>
            <a:r>
              <a:t>Customized Training Programs: Developing and delivering sessions tailored to user roles and needs.</a:t>
            </a:r>
            <a:endParaRPr lang="en-US" sz="1200" i="1" dirty="0"/>
          </a:p>
          <a:p>
            <a:pPr/>
            <a:r>
              <a:t>Change Management Strategy: Planning and executing initiatives to ensure smooth adoption.</a:t>
            </a:r>
          </a:p>
          <a:p>
            <a:pPr/>
            <a:r>
              <a:t>User Adoption Support: Providing resources and assistance to facilitate user proficiency.</a:t>
            </a:r>
          </a:p>
          <a:p>
            <a:pPr/>
            <a:r>
              <a:t>Leadership Buy-in &amp; Sponsorship: Engaging key leaders to champion the change.</a:t>
            </a:r>
          </a:p>
        </p:txBody>
      </p:sp>
      <p:sp>
        <p:nvSpPr>
          <p:cNvPr id="14" name="TextBox 13">
            <a:extLst>
              <a:ext uri="{FF2B5EF4-FFF2-40B4-BE49-F238E27FC236}">
                <a16:creationId xmlns:a16="http://schemas.microsoft.com/office/drawing/2014/main" id="{FA44F50F-174E-BDE9-23CB-65A44E70D000}"/>
              </a:ext>
            </a:extLst>
          </p:cNvPr>
          <p:cNvSpPr txBox="1"/>
          <p:nvPr/>
        </p:nvSpPr>
        <p:spPr>
          <a:xfrm>
            <a:off x="4715282" y="2075144"/>
            <a:ext cx="3254477" cy="461665"/>
          </a:xfrm>
          <a:prstGeom prst="rect">
            <a:avLst/>
          </a:prstGeom>
          <a:noFill/>
        </p:spPr>
        <p:txBody>
          <a:bodyPr wrap="square">
            <a:spAutoFit/>
          </a:bodyPr>
          <a:lstStyle/>
          <a:p>
            <a:pPr/>
            <a:r>
              <a:t>Performance Monitoring &amp; Reporting: Continuous tracking of solution performance against KPIs.</a:t>
            </a:r>
            <a:endParaRPr lang="en-AE" sz="1200" i="1" dirty="0"/>
          </a:p>
          <a:p>
            <a:pPr/>
            <a:r>
              <a:t>Regular Optimization &amp; Tuning: Identifying areas for improvement and implementing enhancements.</a:t>
            </a:r>
          </a:p>
          <a:p>
            <a:pPr/>
            <a:r>
              <a:t>Future-Proofing &amp; Scalability Planning: Ensuring solutions can evolve with business growth.</a:t>
            </a:r>
          </a:p>
          <a:p>
            <a:pPr/>
            <a:r>
              <a:t>Post-Implementation Audits: Reviewing effectiveness and ensuring long-term value realization.</a:t>
            </a:r>
          </a:p>
        </p:txBody>
      </p:sp>
    </p:spTree>
    <p:extLst>
      <p:ext uri="{BB962C8B-B14F-4D97-AF65-F5344CB8AC3E}">
        <p14:creationId xmlns:p14="http://schemas.microsoft.com/office/powerpoint/2010/main" val="206556200"/>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49497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pic>
        <p:nvPicPr>
          <p:cNvPr id="20" name="Picture 19" descr="A person and person standing together&#10;&#10;AI-generated content may be incorrect.">
            <a:extLst>
              <a:ext uri="{FF2B5EF4-FFF2-40B4-BE49-F238E27FC236}">
                <a16:creationId xmlns:a16="http://schemas.microsoft.com/office/drawing/2014/main" id="{40436E7F-B926-0DA1-5B77-3780292D1652}"/>
              </a:ext>
            </a:extLst>
          </p:cNvPr>
          <p:cNvPicPr>
            <a:picLocks noChangeAspect="1"/>
          </p:cNvPicPr>
          <p:nvPr/>
        </p:nvPicPr>
        <p:blipFill>
          <a:blip r:embed="rId5"/>
          <a:srcRect l="10394" t="19018" r="49585" b="53270"/>
          <a:stretch/>
        </p:blipFill>
        <p:spPr>
          <a:xfrm>
            <a:off x="995254" y="3922842"/>
            <a:ext cx="1517038" cy="1576269"/>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sp>
        <p:nvSpPr>
          <p:cNvPr id="2" name="Slide Number Placeholder 10">
            <a:extLst>
              <a:ext uri="{FF2B5EF4-FFF2-40B4-BE49-F238E27FC236}">
                <a16:creationId xmlns:a16="http://schemas.microsoft.com/office/drawing/2014/main" id="{17313117-93F2-00BB-CA48-6E2DE839590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60998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3388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customXml/itemProps2.xml><?xml version="1.0" encoding="utf-8"?>
<ds:datastoreItem xmlns:ds="http://schemas.openxmlformats.org/officeDocument/2006/customXml" ds:itemID="{693C7658-BDAA-4AE2-AB2D-F9763CAF6583}">
  <ds:schemaRefs>
    <ds:schemaRef ds:uri="http://schemas.microsoft.com/sharepoint/v3/contenttype/forms"/>
  </ds:schemaRefs>
</ds:datastoreItem>
</file>

<file path=customXml/itemProps3.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10676</TotalTime>
  <Words>609</Words>
  <Application>Microsoft Office PowerPoint</Application>
  <PresentationFormat>Widescreen</PresentationFormat>
  <Paragraphs>108</Paragraphs>
  <Slides>20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Aptos ExtraBold</vt:lpstr>
      <vt:lpstr>Aptos Light</vt:lpstr>
      <vt:lpstr>Aptos SemiBold</vt:lpstr>
      <vt:lpstr>Arial</vt:lpstr>
      <vt:lpstr>Wingdings</vt:lpstr>
      <vt:lpstr>YACkoA9eHeY 0</vt:lpstr>
      <vt:lpstr>Office Theme</vt:lpstr>
      <vt:lpstr>{{COVER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OUR PROPOSED APPROACH</vt:lpstr>
      <vt:lpstr>PowerPoint Presentation</vt:lpstr>
      <vt:lpstr>Pnyx Hill’s SCOPE OF SERVICES</vt:lpstr>
      <vt:lpstr> SERVICES DELIVERABLES </vt:lpstr>
      <vt:lpstr> SERVICES DELIVERABLES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Raghavendra Gavuji</cp:lastModifiedBy>
  <cp:revision>30</cp:revision>
  <dcterms:created xsi:type="dcterms:W3CDTF">2025-03-19T09:34:50Z</dcterms:created>
  <dcterms:modified xsi:type="dcterms:W3CDTF">2025-11-19T13:50:51Z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